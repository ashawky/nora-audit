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embedTrueTypeFonts="1" saveSubsetFonts="1">
  <p:sldMasterIdLst>
    <p:sldMasterId id="2147483702" r:id="rId1"/>
  </p:sldMasterIdLst>
  <p:notesMasterIdLst>
    <p:notesMasterId r:id="rId26"/>
  </p:notesMasterIdLst>
  <p:handoutMasterIdLst>
    <p:handoutMasterId r:id="rId27"/>
  </p:handoutMasterIdLst>
  <p:sldIdLst>
    <p:sldId id="542" r:id="rId2"/>
    <p:sldId id="576" r:id="rId3"/>
    <p:sldId id="577" r:id="rId4"/>
    <p:sldId id="578" r:id="rId5"/>
    <p:sldId id="5333" r:id="rId6"/>
    <p:sldId id="5334" r:id="rId7"/>
    <p:sldId id="724" r:id="rId8"/>
    <p:sldId id="634" r:id="rId9"/>
    <p:sldId id="2147476624" r:id="rId10"/>
    <p:sldId id="2147476565" r:id="rId11"/>
    <p:sldId id="2147476566" r:id="rId12"/>
    <p:sldId id="2147476609" r:id="rId13"/>
    <p:sldId id="2147476610" r:id="rId14"/>
    <p:sldId id="2147476611" r:id="rId15"/>
    <p:sldId id="2147476612" r:id="rId16"/>
    <p:sldId id="2147476613" r:id="rId17"/>
    <p:sldId id="2147476614" r:id="rId18"/>
    <p:sldId id="2147476615" r:id="rId19"/>
    <p:sldId id="2147476616" r:id="rId20"/>
    <p:sldId id="2147476617" r:id="rId21"/>
    <p:sldId id="2147476627" r:id="rId22"/>
    <p:sldId id="2147476451" r:id="rId23"/>
    <p:sldId id="2147476626" r:id="rId24"/>
    <p:sldId id="5335" r:id="rId25"/>
  </p:sldIdLst>
  <p:sldSz cx="12192000" cy="6858000"/>
  <p:notesSz cx="6858000" cy="9144000"/>
  <p:embeddedFontLst>
    <p:embeddedFont>
      <p:font typeface="Sakkal Majalla" panose="02000000000000000000" pitchFamily="2" charset="-78"/>
      <p:regular r:id="rId28"/>
      <p:bold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سياسات البنية المؤسسية" id="{25F21764-0714-46C5-BF30-1F77E71FBBCD}">
          <p14:sldIdLst>
            <p14:sldId id="542"/>
            <p14:sldId id="576"/>
            <p14:sldId id="577"/>
            <p14:sldId id="578"/>
            <p14:sldId id="5333"/>
            <p14:sldId id="5334"/>
            <p14:sldId id="724"/>
            <p14:sldId id="634"/>
            <p14:sldId id="2147476624"/>
            <p14:sldId id="2147476565"/>
            <p14:sldId id="2147476566"/>
            <p14:sldId id="2147476609"/>
            <p14:sldId id="2147476610"/>
            <p14:sldId id="2147476611"/>
            <p14:sldId id="2147476612"/>
            <p14:sldId id="2147476613"/>
            <p14:sldId id="2147476614"/>
            <p14:sldId id="2147476615"/>
            <p14:sldId id="2147476616"/>
            <p14:sldId id="2147476617"/>
            <p14:sldId id="2147476627"/>
            <p14:sldId id="2147476451"/>
            <p14:sldId id="2147476626"/>
            <p14:sldId id="533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A1D814-63C3-E41D-5B29-B369FE8171CA}" name="Ali Hussein" initials="AH" userId="eb3e31c737ca2eec"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ana  Alghadhban" initials="DA" lastIdx="10" clrIdx="0">
    <p:extLst>
      <p:ext uri="{19B8F6BF-5375-455C-9EA6-DF929625EA0E}">
        <p15:presenceInfo xmlns:p15="http://schemas.microsoft.com/office/powerpoint/2012/main" userId="S-1-5-21-2411063874-488449627-3027057399-11734" providerId="AD"/>
      </p:ext>
    </p:extLst>
  </p:cmAuthor>
  <p:cmAuthor id="2" name="Ahmed Shawky" initials="A" lastIdx="2" clrIdx="1">
    <p:extLst>
      <p:ext uri="{19B8F6BF-5375-455C-9EA6-DF929625EA0E}">
        <p15:presenceInfo xmlns:p15="http://schemas.microsoft.com/office/powerpoint/2012/main" userId="Ahmed Shawky" providerId="None"/>
      </p:ext>
    </p:extLst>
  </p:cmAuthor>
  <p:cmAuthor id="3" name="Ahmed Shawky" initials="AS" lastIdx="18" clrIdx="2">
    <p:extLst>
      <p:ext uri="{19B8F6BF-5375-455C-9EA6-DF929625EA0E}">
        <p15:presenceInfo xmlns:p15="http://schemas.microsoft.com/office/powerpoint/2012/main" userId="S::a.shawky@rmg-sa.com::e8ca3da9-d268-4851-a55d-39b83f2b78e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A0D9"/>
    <a:srgbClr val="4C3C8D"/>
    <a:srgbClr val="F2F2F2"/>
    <a:srgbClr val="FFBA2F"/>
    <a:srgbClr val="D952E0"/>
    <a:srgbClr val="FF5050"/>
    <a:srgbClr val="45EDE1"/>
    <a:srgbClr val="C525CE"/>
    <a:srgbClr val="FF0000"/>
    <a:srgbClr val="14C9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0825" autoAdjust="0"/>
    <p:restoredTop sz="83621" autoAdjust="0"/>
  </p:normalViewPr>
  <p:slideViewPr>
    <p:cSldViewPr snapToGrid="0">
      <p:cViewPr varScale="1">
        <p:scale>
          <a:sx n="82" d="100"/>
          <a:sy n="82" d="100"/>
        </p:scale>
        <p:origin x="528" y="72"/>
      </p:cViewPr>
      <p:guideLst/>
    </p:cSldViewPr>
  </p:slideViewPr>
  <p:outlineViewPr>
    <p:cViewPr>
      <p:scale>
        <a:sx n="33" d="100"/>
        <a:sy n="33" d="100"/>
      </p:scale>
      <p:origin x="0" y="-2107"/>
    </p:cViewPr>
  </p:outlineViewPr>
  <p:notesTextViewPr>
    <p:cViewPr>
      <p:scale>
        <a:sx n="100" d="100"/>
        <a:sy n="100" d="100"/>
      </p:scale>
      <p:origin x="0" y="0"/>
    </p:cViewPr>
  </p:notesTextViewPr>
  <p:notesViewPr>
    <p:cSldViewPr snapToGrid="0" showGuides="1">
      <p:cViewPr varScale="1">
        <p:scale>
          <a:sx n="82" d="100"/>
          <a:sy n="82" d="100"/>
        </p:scale>
        <p:origin x="3156"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commentAuthors" Target="commentAuthors.xml"/><Relationship Id="rId35" Type="http://schemas.microsoft.com/office/2018/10/relationships/authors" Target="author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Sakkal Majalla" panose="02000000000000000000" pitchFamily="2" charset="-78"/>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F3CCF8-5C26-4AF6-B7BA-B28572CBB7B8}" type="datetimeFigureOut">
              <a:rPr lang="en-US" smtClean="0">
                <a:latin typeface="Sakkal Majalla" panose="02000000000000000000" pitchFamily="2" charset="-78"/>
              </a:rPr>
              <a:t>4/15/2026</a:t>
            </a:fld>
            <a:endParaRPr lang="en-US" dirty="0">
              <a:latin typeface="Sakkal Majalla" panose="02000000000000000000" pitchFamily="2" charset="-78"/>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Sakkal Majalla" panose="02000000000000000000" pitchFamily="2" charset="-78"/>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12BC3B-B80E-4787-98A9-8276652C0984}" type="slidenum">
              <a:rPr lang="en-US" smtClean="0">
                <a:latin typeface="Sakkal Majalla" panose="02000000000000000000" pitchFamily="2" charset="-78"/>
              </a:rPr>
              <a:t>‹#›</a:t>
            </a:fld>
            <a:endParaRPr lang="en-US" dirty="0">
              <a:latin typeface="Sakkal Majalla" panose="02000000000000000000" pitchFamily="2" charset="-78"/>
            </a:endParaRPr>
          </a:p>
        </p:txBody>
      </p:sp>
    </p:spTree>
    <p:extLst>
      <p:ext uri="{BB962C8B-B14F-4D97-AF65-F5344CB8AC3E}">
        <p14:creationId xmlns:p14="http://schemas.microsoft.com/office/powerpoint/2010/main" val="2912711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akkal Majalla" panose="02000000000000000000" pitchFamily="2" charset="-78"/>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akkal Majalla" panose="02000000000000000000" pitchFamily="2" charset="-78"/>
              </a:defRPr>
            </a:lvl1pPr>
          </a:lstStyle>
          <a:p>
            <a:fld id="{D4A18F3E-C117-429A-B1A6-546895907122}" type="datetimeFigureOut">
              <a:rPr lang="en-US" smtClean="0"/>
              <a:pPr/>
              <a:t>4/15/2026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akkal Majalla" panose="02000000000000000000" pitchFamily="2" charset="-78"/>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akkal Majalla" panose="02000000000000000000" pitchFamily="2" charset="-78"/>
              </a:defRPr>
            </a:lvl1pPr>
          </a:lstStyle>
          <a:p>
            <a:fld id="{B97FDBCA-D751-4A03-819B-45597328ED86}" type="slidenum">
              <a:rPr lang="en-US" smtClean="0"/>
              <a:pPr/>
              <a:t>‹#›</a:t>
            </a:fld>
            <a:endParaRPr lang="en-US" dirty="0"/>
          </a:p>
        </p:txBody>
      </p:sp>
    </p:spTree>
    <p:extLst>
      <p:ext uri="{BB962C8B-B14F-4D97-AF65-F5344CB8AC3E}">
        <p14:creationId xmlns:p14="http://schemas.microsoft.com/office/powerpoint/2010/main" val="3872243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Sakkal Majalla" panose="02000000000000000000" pitchFamily="2" charset="-78"/>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85750" indent="-285750" algn="r" rtl="1">
              <a:buFont typeface="Arial" panose="020B0604020202020204" pitchFamily="34" charset="0"/>
              <a:buChar char="•"/>
            </a:pPr>
            <a:endParaRPr lang="ar-EG" dirty="0">
              <a:cs typeface="Sakkal Majalla" panose="02000000000000000000" pitchFamily="2" charset="-78"/>
            </a:endParaRPr>
          </a:p>
        </p:txBody>
      </p:sp>
      <p:sp>
        <p:nvSpPr>
          <p:cNvPr id="4" name="Slide Number Placeholder 3"/>
          <p:cNvSpPr>
            <a:spLocks noGrp="1"/>
          </p:cNvSpPr>
          <p:nvPr>
            <p:ph type="sldNum" sz="quarter" idx="5"/>
          </p:nvPr>
        </p:nvSpPr>
        <p:spPr/>
        <p:txBody>
          <a:bodyPr/>
          <a:lstStyle/>
          <a:p>
            <a:fld id="{B97FDBCA-D751-4A03-819B-45597328ED86}" type="slidenum">
              <a:rPr lang="en-US" smtClean="0"/>
              <a:t>1</a:t>
            </a:fld>
            <a:endParaRPr lang="en-US"/>
          </a:p>
        </p:txBody>
      </p:sp>
    </p:spTree>
    <p:extLst>
      <p:ext uri="{BB962C8B-B14F-4D97-AF65-F5344CB8AC3E}">
        <p14:creationId xmlns:p14="http://schemas.microsoft.com/office/powerpoint/2010/main" val="3800326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a:t>
            </a:fld>
            <a:endParaRPr lang="en-US"/>
          </a:p>
        </p:txBody>
      </p:sp>
    </p:spTree>
    <p:extLst>
      <p:ext uri="{BB962C8B-B14F-4D97-AF65-F5344CB8AC3E}">
        <p14:creationId xmlns:p14="http://schemas.microsoft.com/office/powerpoint/2010/main" val="962646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a:t>
            </a:fld>
            <a:endParaRPr lang="en-US"/>
          </a:p>
        </p:txBody>
      </p:sp>
    </p:spTree>
    <p:extLst>
      <p:ext uri="{BB962C8B-B14F-4D97-AF65-F5344CB8AC3E}">
        <p14:creationId xmlns:p14="http://schemas.microsoft.com/office/powerpoint/2010/main" val="3506166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a:t>
            </a:fld>
            <a:endParaRPr lang="en-US"/>
          </a:p>
        </p:txBody>
      </p:sp>
    </p:spTree>
    <p:extLst>
      <p:ext uri="{BB962C8B-B14F-4D97-AF65-F5344CB8AC3E}">
        <p14:creationId xmlns:p14="http://schemas.microsoft.com/office/powerpoint/2010/main" val="2022903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a:t>
            </a:fld>
            <a:endParaRPr lang="en-US"/>
          </a:p>
        </p:txBody>
      </p:sp>
    </p:spTree>
    <p:extLst>
      <p:ext uri="{BB962C8B-B14F-4D97-AF65-F5344CB8AC3E}">
        <p14:creationId xmlns:p14="http://schemas.microsoft.com/office/powerpoint/2010/main" val="2099156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8</a:t>
            </a:fld>
            <a:endParaRPr lang="en-US"/>
          </a:p>
        </p:txBody>
      </p:sp>
    </p:spTree>
    <p:extLst>
      <p:ext uri="{BB962C8B-B14F-4D97-AF65-F5344CB8AC3E}">
        <p14:creationId xmlns:p14="http://schemas.microsoft.com/office/powerpoint/2010/main" val="3379209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44CA6-D683-877E-05A2-FA8A4D2F5B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25CEF9-E307-51F8-C101-5D84B4A4BEE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6C99DB9-0E28-DC98-E909-E3FD7CFF8B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674608-E747-0670-4CAB-D5EAF5DCB996}"/>
              </a:ext>
            </a:extLst>
          </p:cNvPr>
          <p:cNvSpPr>
            <a:spLocks noGrp="1"/>
          </p:cNvSpPr>
          <p:nvPr>
            <p:ph type="sldNum" sz="quarter" idx="5"/>
          </p:nvPr>
        </p:nvSpPr>
        <p:spPr/>
        <p:txBody>
          <a:bodyPr/>
          <a:lstStyle/>
          <a:p>
            <a:fld id="{B97FDBCA-D751-4A03-819B-45597328ED86}" type="slidenum">
              <a:rPr lang="en-US" smtClean="0"/>
              <a:t>9</a:t>
            </a:fld>
            <a:endParaRPr lang="en-US"/>
          </a:p>
        </p:txBody>
      </p:sp>
    </p:spTree>
    <p:extLst>
      <p:ext uri="{BB962C8B-B14F-4D97-AF65-F5344CB8AC3E}">
        <p14:creationId xmlns:p14="http://schemas.microsoft.com/office/powerpoint/2010/main" val="4124663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211E3-98B3-9DB8-71AB-988F37ADD4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67A78-8D7A-B946-D2A9-9554821C79D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CCEDDED-E0EC-89F3-9AD3-88FB9ED8D61E}"/>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5069E664-37BB-33BA-51B5-96ED5806C230}"/>
              </a:ext>
            </a:extLst>
          </p:cNvPr>
          <p:cNvSpPr>
            <a:spLocks noGrp="1"/>
          </p:cNvSpPr>
          <p:nvPr>
            <p:ph type="sldNum" sz="quarter" idx="5"/>
          </p:nvPr>
        </p:nvSpPr>
        <p:spPr/>
        <p:txBody>
          <a:bodyPr/>
          <a:lstStyle/>
          <a:p>
            <a:fld id="{B97FDBCA-D751-4A03-819B-45597328ED86}" type="slidenum">
              <a:rPr lang="en-US" smtClean="0"/>
              <a:t>10</a:t>
            </a:fld>
            <a:endParaRPr lang="en-US"/>
          </a:p>
        </p:txBody>
      </p:sp>
    </p:spTree>
    <p:extLst>
      <p:ext uri="{BB962C8B-B14F-4D97-AF65-F5344CB8AC3E}">
        <p14:creationId xmlns:p14="http://schemas.microsoft.com/office/powerpoint/2010/main" val="2756796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280BF-DCFC-CCDD-5915-6C714A1C1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76252F-0568-BCC0-3343-3266AD0F33D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D12DBE7-B403-0FF4-F14E-31A4161F0E5D}"/>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E74A663D-737A-39E8-B2D1-C72FF8AAC4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FDBCA-D751-4A03-819B-45597328ED86}" type="slidenum">
              <a:rPr kumimoji="0" lang="en-US" sz="1200" b="0" i="0" u="none" strike="noStrike" kern="1200" cap="none" spc="0" normalizeH="0" baseline="0" noProof="0" smtClean="0">
                <a:ln>
                  <a:noFill/>
                </a:ln>
                <a:solidFill>
                  <a:prstClr val="black"/>
                </a:solidFill>
                <a:effectLst/>
                <a:uLnTx/>
                <a:uFillTx/>
                <a:latin typeface="Sakkal Majalla" panose="02000000000000000000" pitchFamily="2" charset="-78"/>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Sakkal Majalla" panose="02000000000000000000" pitchFamily="2" charset="-78"/>
              <a:ea typeface="+mn-ea"/>
              <a:cs typeface="+mn-cs"/>
            </a:endParaRPr>
          </a:p>
        </p:txBody>
      </p:sp>
    </p:spTree>
    <p:extLst>
      <p:ext uri="{BB962C8B-B14F-4D97-AF65-F5344CB8AC3E}">
        <p14:creationId xmlns:p14="http://schemas.microsoft.com/office/powerpoint/2010/main" val="308511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FD229-3F67-BD8F-FB8D-31A875AFC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F413A-2DA1-EF25-AFD9-BD59638AF9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DAE9256-E7E0-930F-B87D-74A6825C0E9A}"/>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62FE2497-BF94-5EC9-29DD-E3FC5D9669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FDBCA-D751-4A03-819B-45597328ED86}" type="slidenum">
              <a:rPr kumimoji="0" lang="en-US" sz="1200" b="0" i="0" u="none" strike="noStrike" kern="1200" cap="none" spc="0" normalizeH="0" baseline="0" noProof="0" smtClean="0">
                <a:ln>
                  <a:noFill/>
                </a:ln>
                <a:solidFill>
                  <a:prstClr val="black"/>
                </a:solidFill>
                <a:effectLst/>
                <a:uLnTx/>
                <a:uFillTx/>
                <a:latin typeface="Sakkal Majalla" panose="02000000000000000000" pitchFamily="2" charset="-78"/>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Sakkal Majalla" panose="02000000000000000000" pitchFamily="2" charset="-78"/>
              <a:ea typeface="+mn-ea"/>
              <a:cs typeface="+mn-cs"/>
            </a:endParaRPr>
          </a:p>
        </p:txBody>
      </p:sp>
    </p:spTree>
    <p:extLst>
      <p:ext uri="{BB962C8B-B14F-4D97-AF65-F5344CB8AC3E}">
        <p14:creationId xmlns:p14="http://schemas.microsoft.com/office/powerpoint/2010/main" val="3161346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CEB55-75EF-22C4-F252-0B9FA1573B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F00048-ECA2-8BAB-BE61-99B13C77CE6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B92EA2-072A-CB98-6AE5-47D7DB9AC246}"/>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860C3929-2A8E-BA86-CE19-B858BD6390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FDBCA-D751-4A03-819B-45597328ED86}" type="slidenum">
              <a:rPr kumimoji="0" lang="en-US" sz="1200" b="0" i="0" u="none" strike="noStrike" kern="1200" cap="none" spc="0" normalizeH="0" baseline="0" noProof="0" smtClean="0">
                <a:ln>
                  <a:noFill/>
                </a:ln>
                <a:solidFill>
                  <a:prstClr val="black"/>
                </a:solidFill>
                <a:effectLst/>
                <a:uLnTx/>
                <a:uFillTx/>
                <a:latin typeface="Sakkal Majalla" panose="02000000000000000000" pitchFamily="2" charset="-78"/>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Sakkal Majalla" panose="02000000000000000000" pitchFamily="2" charset="-78"/>
              <a:ea typeface="+mn-ea"/>
              <a:cs typeface="+mn-cs"/>
            </a:endParaRPr>
          </a:p>
        </p:txBody>
      </p:sp>
    </p:spTree>
    <p:extLst>
      <p:ext uri="{BB962C8B-B14F-4D97-AF65-F5344CB8AC3E}">
        <p14:creationId xmlns:p14="http://schemas.microsoft.com/office/powerpoint/2010/main" val="3909210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BCBCA-F46C-E753-2F9F-8F8AD8D0D7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C478BB-7AAA-60FE-0012-DAF8D048279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71B5001-18EC-FEA4-B389-75B1AC2AA4AA}"/>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7BA91612-F0E9-1D75-A59F-E611DF0CB2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FDBCA-D751-4A03-819B-45597328ED86}" type="slidenum">
              <a:rPr kumimoji="0" lang="en-US" sz="1200" b="0" i="0" u="none" strike="noStrike" kern="1200" cap="none" spc="0" normalizeH="0" baseline="0" noProof="0" smtClean="0">
                <a:ln>
                  <a:noFill/>
                </a:ln>
                <a:solidFill>
                  <a:prstClr val="black"/>
                </a:solidFill>
                <a:effectLst/>
                <a:uLnTx/>
                <a:uFillTx/>
                <a:latin typeface="Sakkal Majalla" panose="02000000000000000000" pitchFamily="2" charset="-78"/>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Sakkal Majalla" panose="02000000000000000000" pitchFamily="2" charset="-78"/>
              <a:ea typeface="+mn-ea"/>
              <a:cs typeface="+mn-cs"/>
            </a:endParaRPr>
          </a:p>
        </p:txBody>
      </p:sp>
    </p:spTree>
    <p:extLst>
      <p:ext uri="{BB962C8B-B14F-4D97-AF65-F5344CB8AC3E}">
        <p14:creationId xmlns:p14="http://schemas.microsoft.com/office/powerpoint/2010/main" val="1927223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6737B-42AC-FB40-457C-EA22D8D42C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9F32DA-590D-03C2-D7EF-F8EE9984F20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0AF55F6-7EF6-2D28-8FBA-13D096B3BA95}"/>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50CE4E8D-BBF9-7CFC-6DB9-A53B736546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FDBCA-D751-4A03-819B-45597328ED86}" type="slidenum">
              <a:rPr kumimoji="0" lang="en-US" sz="1200" b="0" i="0" u="none" strike="noStrike" kern="1200" cap="none" spc="0" normalizeH="0" baseline="0" noProof="0" smtClean="0">
                <a:ln>
                  <a:noFill/>
                </a:ln>
                <a:solidFill>
                  <a:prstClr val="black"/>
                </a:solidFill>
                <a:effectLst/>
                <a:uLnTx/>
                <a:uFillTx/>
                <a:latin typeface="Sakkal Majalla" panose="02000000000000000000" pitchFamily="2" charset="-78"/>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Sakkal Majalla" panose="02000000000000000000" pitchFamily="2" charset="-78"/>
              <a:ea typeface="+mn-ea"/>
              <a:cs typeface="+mn-cs"/>
            </a:endParaRPr>
          </a:p>
        </p:txBody>
      </p:sp>
    </p:spTree>
    <p:extLst>
      <p:ext uri="{BB962C8B-B14F-4D97-AF65-F5344CB8AC3E}">
        <p14:creationId xmlns:p14="http://schemas.microsoft.com/office/powerpoint/2010/main" val="29289319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4CAA-1FA5-CD61-75A6-632CA3FBE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B5EA81-1E91-2ED9-094E-063ECCB10A8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4DB606-2A46-DF75-BAB1-8698546489FD}"/>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199F782C-884C-B7FE-3434-A76788FBC2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FDBCA-D751-4A03-819B-45597328ED86}" type="slidenum">
              <a:rPr kumimoji="0" lang="en-US" sz="1200" b="0" i="0" u="none" strike="noStrike" kern="1200" cap="none" spc="0" normalizeH="0" baseline="0" noProof="0" smtClean="0">
                <a:ln>
                  <a:noFill/>
                </a:ln>
                <a:solidFill>
                  <a:prstClr val="black"/>
                </a:solidFill>
                <a:effectLst/>
                <a:uLnTx/>
                <a:uFillTx/>
                <a:latin typeface="Sakkal Majalla" panose="02000000000000000000" pitchFamily="2" charset="-78"/>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Sakkal Majalla" panose="02000000000000000000" pitchFamily="2" charset="-78"/>
              <a:ea typeface="+mn-ea"/>
              <a:cs typeface="+mn-cs"/>
            </a:endParaRPr>
          </a:p>
        </p:txBody>
      </p:sp>
    </p:spTree>
    <p:extLst>
      <p:ext uri="{BB962C8B-B14F-4D97-AF65-F5344CB8AC3E}">
        <p14:creationId xmlns:p14="http://schemas.microsoft.com/office/powerpoint/2010/main" val="31683770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D16E0-BEB0-713F-CDA4-E05AF00F3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F59FE7-75C4-0845-3862-32B435E2825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26EAB85-6F7E-FEA2-2F14-46196C45AE05}"/>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DA55C2A2-CD0E-8934-993D-33B2D52CBD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FDBCA-D751-4A03-819B-45597328ED86}" type="slidenum">
              <a:rPr kumimoji="0" lang="en-US" sz="1200" b="0" i="0" u="none" strike="noStrike" kern="1200" cap="none" spc="0" normalizeH="0" baseline="0" noProof="0" smtClean="0">
                <a:ln>
                  <a:noFill/>
                </a:ln>
                <a:solidFill>
                  <a:prstClr val="black"/>
                </a:solidFill>
                <a:effectLst/>
                <a:uLnTx/>
                <a:uFillTx/>
                <a:latin typeface="Sakkal Majalla" panose="02000000000000000000" pitchFamily="2" charset="-78"/>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Sakkal Majalla" panose="02000000000000000000" pitchFamily="2" charset="-78"/>
              <a:ea typeface="+mn-ea"/>
              <a:cs typeface="+mn-cs"/>
            </a:endParaRPr>
          </a:p>
        </p:txBody>
      </p:sp>
    </p:spTree>
    <p:extLst>
      <p:ext uri="{BB962C8B-B14F-4D97-AF65-F5344CB8AC3E}">
        <p14:creationId xmlns:p14="http://schemas.microsoft.com/office/powerpoint/2010/main" val="27591803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69356-5862-C578-EC7F-A66213E05C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E44E0-994C-A93A-E921-A8CA3085F4B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A82C00D-66BB-F901-0A41-A283DAD50B63}"/>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EEBD44F2-CB77-F7B9-5B75-1CF32D782C5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FDBCA-D751-4A03-819B-45597328ED86}" type="slidenum">
              <a:rPr kumimoji="0" lang="en-US" sz="1200" b="0" i="0" u="none" strike="noStrike" kern="1200" cap="none" spc="0" normalizeH="0" baseline="0" noProof="0" smtClean="0">
                <a:ln>
                  <a:noFill/>
                </a:ln>
                <a:solidFill>
                  <a:prstClr val="black"/>
                </a:solidFill>
                <a:effectLst/>
                <a:uLnTx/>
                <a:uFillTx/>
                <a:latin typeface="Sakkal Majalla" panose="02000000000000000000" pitchFamily="2" charset="-78"/>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Sakkal Majalla" panose="02000000000000000000" pitchFamily="2" charset="-78"/>
              <a:ea typeface="+mn-ea"/>
              <a:cs typeface="+mn-cs"/>
            </a:endParaRPr>
          </a:p>
        </p:txBody>
      </p:sp>
    </p:spTree>
    <p:extLst>
      <p:ext uri="{BB962C8B-B14F-4D97-AF65-F5344CB8AC3E}">
        <p14:creationId xmlns:p14="http://schemas.microsoft.com/office/powerpoint/2010/main" val="11863532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68FCF-80BD-69DA-6308-7D4816D4A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E2B71-81CE-B14C-C0F8-BB0BCFCB80E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5798893-911F-0736-01B8-8512A2426370}"/>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100F4CDF-F65A-3CD7-2A7B-59F7298759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FDBCA-D751-4A03-819B-45597328ED86}" type="slidenum">
              <a:rPr kumimoji="0" lang="en-US" sz="1200" b="0" i="0" u="none" strike="noStrike" kern="1200" cap="none" spc="0" normalizeH="0" baseline="0" noProof="0" smtClean="0">
                <a:ln>
                  <a:noFill/>
                </a:ln>
                <a:solidFill>
                  <a:prstClr val="black"/>
                </a:solidFill>
                <a:effectLst/>
                <a:uLnTx/>
                <a:uFillTx/>
                <a:latin typeface="Sakkal Majalla" panose="02000000000000000000" pitchFamily="2" charset="-78"/>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Sakkal Majalla" panose="02000000000000000000" pitchFamily="2" charset="-78"/>
              <a:ea typeface="+mn-ea"/>
              <a:cs typeface="+mn-cs"/>
            </a:endParaRPr>
          </a:p>
        </p:txBody>
      </p:sp>
    </p:spTree>
    <p:extLst>
      <p:ext uri="{BB962C8B-B14F-4D97-AF65-F5344CB8AC3E}">
        <p14:creationId xmlns:p14="http://schemas.microsoft.com/office/powerpoint/2010/main" val="2571696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9EB5D-ADC9-A091-1E1F-69C7AA89B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0530C0-1528-51B7-14C8-D8058DF3B77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9DCEE3-DBB3-897C-0305-78510A80DB3B}"/>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69ADB692-0C10-D3CD-7519-6B8ACE30BE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7FDBCA-D751-4A03-819B-45597328ED86}" type="slidenum">
              <a:rPr kumimoji="0" lang="en-US" sz="1200" b="0" i="0" u="none" strike="noStrike" kern="1200" cap="none" spc="0" normalizeH="0" baseline="0" noProof="0" smtClean="0">
                <a:ln>
                  <a:noFill/>
                </a:ln>
                <a:solidFill>
                  <a:prstClr val="black"/>
                </a:solidFill>
                <a:effectLst/>
                <a:uLnTx/>
                <a:uFillTx/>
                <a:latin typeface="Sakkal Majalla" panose="02000000000000000000" pitchFamily="2" charset="-78"/>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Sakkal Majalla" panose="02000000000000000000" pitchFamily="2" charset="-78"/>
              <a:ea typeface="+mn-ea"/>
              <a:cs typeface="+mn-cs"/>
            </a:endParaRPr>
          </a:p>
        </p:txBody>
      </p:sp>
    </p:spTree>
    <p:extLst>
      <p:ext uri="{BB962C8B-B14F-4D97-AF65-F5344CB8AC3E}">
        <p14:creationId xmlns:p14="http://schemas.microsoft.com/office/powerpoint/2010/main" val="7919342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0924C-FECA-AB39-1F46-746AE0EBF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B5279A-58B6-7222-9BEE-0E123BEFCC1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985DEF-CAAF-8C0E-DE32-BD54E27BB215}"/>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13190DAE-35CC-E488-363F-C257FF0191A1}"/>
              </a:ext>
            </a:extLst>
          </p:cNvPr>
          <p:cNvSpPr>
            <a:spLocks noGrp="1"/>
          </p:cNvSpPr>
          <p:nvPr>
            <p:ph type="sldNum" sz="quarter" idx="5"/>
          </p:nvPr>
        </p:nvSpPr>
        <p:spPr/>
        <p:txBody>
          <a:bodyPr/>
          <a:lstStyle/>
          <a:p>
            <a:fld id="{B97FDBCA-D751-4A03-819B-45597328ED86}" type="slidenum">
              <a:rPr lang="en-US" smtClean="0"/>
              <a:t>22</a:t>
            </a:fld>
            <a:endParaRPr lang="en-US"/>
          </a:p>
        </p:txBody>
      </p:sp>
    </p:spTree>
    <p:extLst>
      <p:ext uri="{BB962C8B-B14F-4D97-AF65-F5344CB8AC3E}">
        <p14:creationId xmlns:p14="http://schemas.microsoft.com/office/powerpoint/2010/main" val="229943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a:xfrm>
          <a:off x="0" y="0"/>
          <a:ext cx="0" cy="0"/>
          <a:chOff x="0" y="0"/>
          <a:chExt cx="0" cy="0"/>
        </a:xfrm>
      </p:grpSpPr>
      <p:pic>
        <p:nvPicPr>
          <p:cNvPr id="56" name="Picture 55" descr="A purple and white background  Description automatically generated">
            <a:extLst>
              <a:ext uri="{FF2B5EF4-FFF2-40B4-BE49-F238E27FC236}">
                <a16:creationId xmlns:a16="http://schemas.microsoft.com/office/drawing/2014/main" id="{1008D6FD-44B1-6442-D7E1-6FD1426D8DD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1" name="Title 4">
            <a:extLst>
              <a:ext uri="{FF2B5EF4-FFF2-40B4-BE49-F238E27FC236}">
                <a16:creationId xmlns:a16="http://schemas.microsoft.com/office/drawing/2014/main" id="{C1AB8D8F-867E-9D96-D014-2635FC5416F7}"/>
              </a:ext>
            </a:extLst>
          </p:cNvPr>
          <p:cNvSpPr>
            <a:spLocks noGrp="1"/>
          </p:cNvSpPr>
          <p:nvPr>
            <p:ph type="title" hasCustomPrompt="1"/>
          </p:nvPr>
        </p:nvSpPr>
        <p:spPr>
          <a:xfrm>
            <a:off x="7726527" y="3749232"/>
            <a:ext cx="3855873" cy="1204833"/>
          </a:xfrm>
        </p:spPr>
        <p:txBody>
          <a:bodyPr anchor="b" anchorCtr="0"/>
          <a:lstStyle>
            <a:lvl1pPr>
              <a:lnSpc>
                <a:spcPct val="80000"/>
              </a:lnSpc>
              <a:defRPr sz="2800" baseline="0">
                <a:solidFill>
                  <a:schemeClr val="accent3"/>
                </a:solidFill>
                <a:latin typeface="Sakkal Majalla" panose="02000000000000000000" pitchFamily="2" charset="-78"/>
                <a:ea typeface="Sakkal Majalla" panose="02000000000000000000" pitchFamily="2" charset="-78"/>
                <a:cs typeface="Sakkal Majalla" panose="02000000000000000000" pitchFamily="2" charset="-78"/>
              </a:defRPr>
            </a:lvl1pPr>
          </a:lstStyle>
          <a:p>
            <a:r>
              <a:rPr lang="ar-EG" dirty="0"/>
              <a:t>استبدل هذا العنوان بعنوان المستند المراد</a:t>
            </a:r>
          </a:p>
        </p:txBody>
      </p:sp>
      <p:sp>
        <p:nvSpPr>
          <p:cNvPr id="52" name="Subtitle 2">
            <a:extLst>
              <a:ext uri="{FF2B5EF4-FFF2-40B4-BE49-F238E27FC236}">
                <a16:creationId xmlns:a16="http://schemas.microsoft.com/office/drawing/2014/main" id="{83890CF7-C10F-BB3C-914C-AF80ABF44952}"/>
              </a:ext>
            </a:extLst>
          </p:cNvPr>
          <p:cNvSpPr>
            <a:spLocks noGrp="1"/>
          </p:cNvSpPr>
          <p:nvPr>
            <p:ph type="subTitle" idx="1" hasCustomPrompt="1"/>
          </p:nvPr>
        </p:nvSpPr>
        <p:spPr>
          <a:xfrm>
            <a:off x="7726527" y="5000247"/>
            <a:ext cx="3855873" cy="369332"/>
          </a:xfrm>
        </p:spPr>
        <p:txBody>
          <a:bodyPr wrap="square">
            <a:spAutoFit/>
          </a:bodyPr>
          <a:lstStyle>
            <a:lvl1pPr algn="r">
              <a:defRPr lang="en-US" sz="1800" baseline="0">
                <a:solidFill>
                  <a:schemeClr val="bg1"/>
                </a:solidFill>
                <a:latin typeface="Sakkal Majalla" panose="02000000000000000000" pitchFamily="2" charset="-78"/>
                <a:ea typeface="Sakkal Majalla" panose="02000000000000000000" pitchFamily="2" charset="-78"/>
                <a:cs typeface="Sakkal Majalla" panose="02000000000000000000" pitchFamily="2" charset="-78"/>
              </a:defRPr>
            </a:lvl1pPr>
          </a:lstStyle>
          <a:p>
            <a:pPr lvl="0"/>
            <a:r>
              <a:rPr lang="ar-EG" dirty="0"/>
              <a:t>عنوان فرعي</a:t>
            </a:r>
          </a:p>
        </p:txBody>
      </p:sp>
    </p:spTree>
    <p:extLst>
      <p:ext uri="{BB962C8B-B14F-4D97-AF65-F5344CB8AC3E}">
        <p14:creationId xmlns:p14="http://schemas.microsoft.com/office/powerpoint/2010/main" val="826968348"/>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extLst>
    <p:ext uri="{DCECCB84-F9BA-43D5-87BE-67443E8EF086}">
      <p15:sldGuideLst xmlns:p15="http://schemas.microsoft.com/office/powerpoint/2012/main">
        <p15:guide id="1" orient="horz" pos="3288" userDrawn="1">
          <p15:clr>
            <a:srgbClr val="FBAE40"/>
          </p15:clr>
        </p15:guide>
        <p15:guide id="2" pos="3336" userDrawn="1">
          <p15:clr>
            <a:srgbClr val="FBAE40"/>
          </p15:clr>
        </p15:guide>
        <p15:guide id="3" pos="70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4/15/2026</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6" name="Text Placeholder 11"/>
          <p:cNvSpPr>
            <a:spLocks noGrp="1"/>
          </p:cNvSpPr>
          <p:nvPr>
            <p:ph type="body" sz="quarter" idx="23" hasCustomPrompt="1"/>
          </p:nvPr>
        </p:nvSpPr>
        <p:spPr>
          <a:xfrm>
            <a:off x="4664387"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17" name="Text Placeholder 11"/>
          <p:cNvSpPr>
            <a:spLocks noGrp="1"/>
          </p:cNvSpPr>
          <p:nvPr>
            <p:ph type="body" sz="quarter" idx="24" hasCustomPrompt="1"/>
          </p:nvPr>
        </p:nvSpPr>
        <p:spPr>
          <a:xfrm>
            <a:off x="4661165"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50" name="Text Placeholder 6"/>
          <p:cNvSpPr>
            <a:spLocks noGrp="1"/>
          </p:cNvSpPr>
          <p:nvPr>
            <p:ph type="body" sz="quarter" idx="57" hasCustomPrompt="1"/>
          </p:nvPr>
        </p:nvSpPr>
        <p:spPr>
          <a:xfrm>
            <a:off x="7715771"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39" name="Text Placeholder 11"/>
          <p:cNvSpPr>
            <a:spLocks noGrp="1"/>
          </p:cNvSpPr>
          <p:nvPr>
            <p:ph type="body" sz="quarter" idx="58" hasCustomPrompt="1"/>
          </p:nvPr>
        </p:nvSpPr>
        <p:spPr>
          <a:xfrm>
            <a:off x="4664387"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40" name="Text Placeholder 11"/>
          <p:cNvSpPr>
            <a:spLocks noGrp="1"/>
          </p:cNvSpPr>
          <p:nvPr>
            <p:ph type="body" sz="quarter" idx="59" hasCustomPrompt="1"/>
          </p:nvPr>
        </p:nvSpPr>
        <p:spPr>
          <a:xfrm>
            <a:off x="4661165"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1" name="Text Placeholder 6"/>
          <p:cNvSpPr>
            <a:spLocks noGrp="1"/>
          </p:cNvSpPr>
          <p:nvPr>
            <p:ph type="body" sz="quarter" idx="60" hasCustomPrompt="1"/>
          </p:nvPr>
        </p:nvSpPr>
        <p:spPr>
          <a:xfrm>
            <a:off x="7715771"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2" name="Text Placeholder 11"/>
          <p:cNvSpPr>
            <a:spLocks noGrp="1"/>
          </p:cNvSpPr>
          <p:nvPr>
            <p:ph type="body" sz="quarter" idx="61" hasCustomPrompt="1"/>
          </p:nvPr>
        </p:nvSpPr>
        <p:spPr>
          <a:xfrm>
            <a:off x="4664387"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43" name="Text Placeholder 11"/>
          <p:cNvSpPr>
            <a:spLocks noGrp="1"/>
          </p:cNvSpPr>
          <p:nvPr>
            <p:ph type="body" sz="quarter" idx="62" hasCustomPrompt="1"/>
          </p:nvPr>
        </p:nvSpPr>
        <p:spPr>
          <a:xfrm>
            <a:off x="4661165"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5" name="Text Placeholder 6"/>
          <p:cNvSpPr>
            <a:spLocks noGrp="1"/>
          </p:cNvSpPr>
          <p:nvPr>
            <p:ph type="body" sz="quarter" idx="63" hasCustomPrompt="1"/>
          </p:nvPr>
        </p:nvSpPr>
        <p:spPr>
          <a:xfrm>
            <a:off x="7715771"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6" name="Text Placeholder 11"/>
          <p:cNvSpPr>
            <a:spLocks noGrp="1"/>
          </p:cNvSpPr>
          <p:nvPr>
            <p:ph type="body" sz="quarter" idx="64" hasCustomPrompt="1"/>
          </p:nvPr>
        </p:nvSpPr>
        <p:spPr>
          <a:xfrm>
            <a:off x="4664387"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48" name="Text Placeholder 11"/>
          <p:cNvSpPr>
            <a:spLocks noGrp="1"/>
          </p:cNvSpPr>
          <p:nvPr>
            <p:ph type="body" sz="quarter" idx="65" hasCustomPrompt="1"/>
          </p:nvPr>
        </p:nvSpPr>
        <p:spPr>
          <a:xfrm>
            <a:off x="4661165"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9" name="Text Placeholder 6"/>
          <p:cNvSpPr>
            <a:spLocks noGrp="1"/>
          </p:cNvSpPr>
          <p:nvPr>
            <p:ph type="body" sz="quarter" idx="66" hasCustomPrompt="1"/>
          </p:nvPr>
        </p:nvSpPr>
        <p:spPr>
          <a:xfrm>
            <a:off x="7715771"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51" name="Text Placeholder 11"/>
          <p:cNvSpPr>
            <a:spLocks noGrp="1"/>
          </p:cNvSpPr>
          <p:nvPr>
            <p:ph type="body" sz="quarter" idx="67" hasCustomPrompt="1"/>
          </p:nvPr>
        </p:nvSpPr>
        <p:spPr>
          <a:xfrm>
            <a:off x="830980"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52" name="Text Placeholder 11"/>
          <p:cNvSpPr>
            <a:spLocks noGrp="1"/>
          </p:cNvSpPr>
          <p:nvPr>
            <p:ph type="body" sz="quarter" idx="68" hasCustomPrompt="1"/>
          </p:nvPr>
        </p:nvSpPr>
        <p:spPr>
          <a:xfrm>
            <a:off x="827758"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5" name="Text Placeholder 6"/>
          <p:cNvSpPr>
            <a:spLocks noGrp="1"/>
          </p:cNvSpPr>
          <p:nvPr>
            <p:ph type="body" sz="quarter" idx="69" hasCustomPrompt="1"/>
          </p:nvPr>
        </p:nvSpPr>
        <p:spPr>
          <a:xfrm>
            <a:off x="3882364"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6" name="Text Placeholder 11"/>
          <p:cNvSpPr>
            <a:spLocks noGrp="1"/>
          </p:cNvSpPr>
          <p:nvPr>
            <p:ph type="body" sz="quarter" idx="70" hasCustomPrompt="1"/>
          </p:nvPr>
        </p:nvSpPr>
        <p:spPr>
          <a:xfrm>
            <a:off x="830980"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7" name="Text Placeholder 11"/>
          <p:cNvSpPr>
            <a:spLocks noGrp="1"/>
          </p:cNvSpPr>
          <p:nvPr>
            <p:ph type="body" sz="quarter" idx="71" hasCustomPrompt="1"/>
          </p:nvPr>
        </p:nvSpPr>
        <p:spPr>
          <a:xfrm>
            <a:off x="827758"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8" name="Text Placeholder 6"/>
          <p:cNvSpPr>
            <a:spLocks noGrp="1"/>
          </p:cNvSpPr>
          <p:nvPr>
            <p:ph type="body" sz="quarter" idx="72" hasCustomPrompt="1"/>
          </p:nvPr>
        </p:nvSpPr>
        <p:spPr>
          <a:xfrm>
            <a:off x="3882364"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9" name="Text Placeholder 11"/>
          <p:cNvSpPr>
            <a:spLocks noGrp="1"/>
          </p:cNvSpPr>
          <p:nvPr>
            <p:ph type="body" sz="quarter" idx="73" hasCustomPrompt="1"/>
          </p:nvPr>
        </p:nvSpPr>
        <p:spPr>
          <a:xfrm>
            <a:off x="830980"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0" name="Text Placeholder 11"/>
          <p:cNvSpPr>
            <a:spLocks noGrp="1"/>
          </p:cNvSpPr>
          <p:nvPr>
            <p:ph type="body" sz="quarter" idx="74" hasCustomPrompt="1"/>
          </p:nvPr>
        </p:nvSpPr>
        <p:spPr>
          <a:xfrm>
            <a:off x="827758"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1" name="Text Placeholder 6"/>
          <p:cNvSpPr>
            <a:spLocks noGrp="1"/>
          </p:cNvSpPr>
          <p:nvPr>
            <p:ph type="body" sz="quarter" idx="75" hasCustomPrompt="1"/>
          </p:nvPr>
        </p:nvSpPr>
        <p:spPr>
          <a:xfrm>
            <a:off x="3882364"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2" name="Text Placeholder 11"/>
          <p:cNvSpPr>
            <a:spLocks noGrp="1"/>
          </p:cNvSpPr>
          <p:nvPr>
            <p:ph type="body" sz="quarter" idx="76" hasCustomPrompt="1"/>
          </p:nvPr>
        </p:nvSpPr>
        <p:spPr>
          <a:xfrm>
            <a:off x="830980"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74" name="Text Placeholder 6"/>
          <p:cNvSpPr>
            <a:spLocks noGrp="1"/>
          </p:cNvSpPr>
          <p:nvPr>
            <p:ph type="body" sz="quarter" idx="78" hasCustomPrompt="1"/>
          </p:nvPr>
        </p:nvSpPr>
        <p:spPr>
          <a:xfrm>
            <a:off x="3882364"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44" name="Text Placeholder 11"/>
          <p:cNvSpPr>
            <a:spLocks noGrp="1"/>
          </p:cNvSpPr>
          <p:nvPr>
            <p:ph type="body" sz="quarter" idx="79" hasCustomPrompt="1"/>
          </p:nvPr>
        </p:nvSpPr>
        <p:spPr>
          <a:xfrm>
            <a:off x="824657"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1" name="Text Placeholder 11"/>
          <p:cNvSpPr>
            <a:spLocks noGrp="1"/>
          </p:cNvSpPr>
          <p:nvPr>
            <p:ph type="body" sz="quarter" idx="86" hasCustomPrompt="1"/>
          </p:nvPr>
        </p:nvSpPr>
        <p:spPr>
          <a:xfrm>
            <a:off x="4664387"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2" name="Text Placeholder 11"/>
          <p:cNvSpPr>
            <a:spLocks noGrp="1"/>
          </p:cNvSpPr>
          <p:nvPr>
            <p:ph type="body" sz="quarter" idx="87" hasCustomPrompt="1"/>
          </p:nvPr>
        </p:nvSpPr>
        <p:spPr>
          <a:xfrm>
            <a:off x="4661165"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3" name="Text Placeholder 6"/>
          <p:cNvSpPr>
            <a:spLocks noGrp="1"/>
          </p:cNvSpPr>
          <p:nvPr>
            <p:ph type="body" sz="quarter" idx="88" hasCustomPrompt="1"/>
          </p:nvPr>
        </p:nvSpPr>
        <p:spPr>
          <a:xfrm>
            <a:off x="7715771"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4" name="Text Placeholder 11"/>
          <p:cNvSpPr>
            <a:spLocks noGrp="1"/>
          </p:cNvSpPr>
          <p:nvPr>
            <p:ph type="body" sz="quarter" idx="89" hasCustomPrompt="1"/>
          </p:nvPr>
        </p:nvSpPr>
        <p:spPr>
          <a:xfrm>
            <a:off x="4664387"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3" name="Text Placeholder 11"/>
          <p:cNvSpPr>
            <a:spLocks noGrp="1"/>
          </p:cNvSpPr>
          <p:nvPr>
            <p:ph type="body" sz="quarter" idx="90" hasCustomPrompt="1"/>
          </p:nvPr>
        </p:nvSpPr>
        <p:spPr>
          <a:xfrm>
            <a:off x="4661165"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5" name="Text Placeholder 6"/>
          <p:cNvSpPr>
            <a:spLocks noGrp="1"/>
          </p:cNvSpPr>
          <p:nvPr>
            <p:ph type="body" sz="quarter" idx="91" hasCustomPrompt="1"/>
          </p:nvPr>
        </p:nvSpPr>
        <p:spPr>
          <a:xfrm>
            <a:off x="7715771"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6" name="Text Placeholder 11"/>
          <p:cNvSpPr>
            <a:spLocks noGrp="1"/>
          </p:cNvSpPr>
          <p:nvPr>
            <p:ph type="body" sz="quarter" idx="92" hasCustomPrompt="1"/>
          </p:nvPr>
        </p:nvSpPr>
        <p:spPr>
          <a:xfrm>
            <a:off x="4664387"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7" name="Text Placeholder 11"/>
          <p:cNvSpPr>
            <a:spLocks noGrp="1"/>
          </p:cNvSpPr>
          <p:nvPr>
            <p:ph type="body" sz="quarter" idx="93" hasCustomPrompt="1"/>
          </p:nvPr>
        </p:nvSpPr>
        <p:spPr>
          <a:xfrm>
            <a:off x="4661165"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8" name="Text Placeholder 6"/>
          <p:cNvSpPr>
            <a:spLocks noGrp="1"/>
          </p:cNvSpPr>
          <p:nvPr>
            <p:ph type="body" sz="quarter" idx="94" hasCustomPrompt="1"/>
          </p:nvPr>
        </p:nvSpPr>
        <p:spPr>
          <a:xfrm>
            <a:off x="7715771"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9" name="Text Placeholder 11"/>
          <p:cNvSpPr>
            <a:spLocks noGrp="1"/>
          </p:cNvSpPr>
          <p:nvPr>
            <p:ph type="body" sz="quarter" idx="95" hasCustomPrompt="1"/>
          </p:nvPr>
        </p:nvSpPr>
        <p:spPr>
          <a:xfrm>
            <a:off x="830980"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80" name="Text Placeholder 11"/>
          <p:cNvSpPr>
            <a:spLocks noGrp="1"/>
          </p:cNvSpPr>
          <p:nvPr>
            <p:ph type="body" sz="quarter" idx="96" hasCustomPrompt="1"/>
          </p:nvPr>
        </p:nvSpPr>
        <p:spPr>
          <a:xfrm>
            <a:off x="827758"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1" name="Text Placeholder 6"/>
          <p:cNvSpPr>
            <a:spLocks noGrp="1"/>
          </p:cNvSpPr>
          <p:nvPr>
            <p:ph type="body" sz="quarter" idx="97" hasCustomPrompt="1"/>
          </p:nvPr>
        </p:nvSpPr>
        <p:spPr>
          <a:xfrm>
            <a:off x="3882364"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2" name="Text Placeholder 11"/>
          <p:cNvSpPr>
            <a:spLocks noGrp="1"/>
          </p:cNvSpPr>
          <p:nvPr>
            <p:ph type="body" sz="quarter" idx="98" hasCustomPrompt="1"/>
          </p:nvPr>
        </p:nvSpPr>
        <p:spPr>
          <a:xfrm>
            <a:off x="830980"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3" name="Text Placeholder 11"/>
          <p:cNvSpPr>
            <a:spLocks noGrp="1"/>
          </p:cNvSpPr>
          <p:nvPr>
            <p:ph type="body" sz="quarter" idx="99" hasCustomPrompt="1"/>
          </p:nvPr>
        </p:nvSpPr>
        <p:spPr>
          <a:xfrm>
            <a:off x="827758"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4" name="Text Placeholder 6"/>
          <p:cNvSpPr>
            <a:spLocks noGrp="1"/>
          </p:cNvSpPr>
          <p:nvPr>
            <p:ph type="body" sz="quarter" idx="100" hasCustomPrompt="1"/>
          </p:nvPr>
        </p:nvSpPr>
        <p:spPr>
          <a:xfrm>
            <a:off x="3882364"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5" name="Text Placeholder 11"/>
          <p:cNvSpPr>
            <a:spLocks noGrp="1"/>
          </p:cNvSpPr>
          <p:nvPr>
            <p:ph type="body" sz="quarter" idx="101" hasCustomPrompt="1"/>
          </p:nvPr>
        </p:nvSpPr>
        <p:spPr>
          <a:xfrm>
            <a:off x="830980"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6" name="Text Placeholder 11"/>
          <p:cNvSpPr>
            <a:spLocks noGrp="1"/>
          </p:cNvSpPr>
          <p:nvPr>
            <p:ph type="body" sz="quarter" idx="102" hasCustomPrompt="1"/>
          </p:nvPr>
        </p:nvSpPr>
        <p:spPr>
          <a:xfrm>
            <a:off x="827758"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p:txBody>
      </p:sp>
      <p:sp>
        <p:nvSpPr>
          <p:cNvPr id="87" name="Text Placeholder 6"/>
          <p:cNvSpPr>
            <a:spLocks noGrp="1"/>
          </p:cNvSpPr>
          <p:nvPr>
            <p:ph type="body" sz="quarter" idx="103" hasCustomPrompt="1"/>
          </p:nvPr>
        </p:nvSpPr>
        <p:spPr>
          <a:xfrm>
            <a:off x="3882364"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418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bi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56EA63-0ACA-2641-5B9B-A593E15C93E8}"/>
              </a:ext>
            </a:extLst>
          </p:cNvPr>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79"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4/15/2026</a:t>
            </a:fld>
            <a:endParaRPr lang="en-US"/>
          </a:p>
        </p:txBody>
      </p:sp>
      <p:sp>
        <p:nvSpPr>
          <p:cNvPr id="180"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81" name="Slide Number Placeholder 4"/>
          <p:cNvSpPr>
            <a:spLocks noGrp="1"/>
          </p:cNvSpPr>
          <p:nvPr>
            <p:ph type="sldNum" sz="quarter" idx="12"/>
          </p:nvPr>
        </p:nvSpPr>
        <p:spPr>
          <a:xfrm>
            <a:off x="621452" y="6335328"/>
            <a:ext cx="439703" cy="320040"/>
          </a:xfrm>
        </p:spPr>
        <p:txBody>
          <a:bodyPr/>
          <a:lstStyle>
            <a:lvl1pPr algn="l" rtl="1">
              <a:defRPr sz="1200">
                <a:solidFill>
                  <a:schemeClr val="accent1"/>
                </a:solidFill>
              </a:defRPr>
            </a:lvl1pPr>
          </a:lstStyle>
          <a:p>
            <a:fld id="{46ED658E-7B78-4C3F-B2D4-66856F143B40}" type="slidenum">
              <a:rPr lang="en-US" smtClean="0"/>
              <a:pPr/>
              <a:t>‹#›</a:t>
            </a:fld>
            <a:endParaRPr lang="en-US" dirty="0"/>
          </a:p>
        </p:txBody>
      </p:sp>
      <p:sp>
        <p:nvSpPr>
          <p:cNvPr id="182" name="Title 1"/>
          <p:cNvSpPr>
            <a:spLocks noGrp="1"/>
          </p:cNvSpPr>
          <p:nvPr>
            <p:ph type="title" hasCustomPrompt="1"/>
          </p:nvPr>
        </p:nvSpPr>
        <p:spPr>
          <a:xfrm>
            <a:off x="9207769" y="3185566"/>
            <a:ext cx="2779783" cy="486869"/>
          </a:xfrm>
        </p:spPr>
        <p:txBody>
          <a:bodyPr>
            <a:noAutofit/>
          </a:bodyPr>
          <a:lstStyle>
            <a:lvl1pPr algn="ctr">
              <a:defRPr sz="3600" spc="200" baseline="0">
                <a:solidFill>
                  <a:schemeClr val="bg1"/>
                </a:solidFill>
              </a:defRPr>
            </a:lvl1pPr>
          </a:lstStyle>
          <a:p>
            <a:r>
              <a:rPr lang="ar-EG" dirty="0"/>
              <a:t>جدول المحتويات</a:t>
            </a:r>
            <a:endParaRPr lang="en-US" dirty="0"/>
          </a:p>
        </p:txBody>
      </p:sp>
      <p:sp>
        <p:nvSpPr>
          <p:cNvPr id="183" name="Text Placeholder 11"/>
          <p:cNvSpPr>
            <a:spLocks noGrp="1"/>
          </p:cNvSpPr>
          <p:nvPr>
            <p:ph type="body" sz="quarter" idx="20" hasCustomPrompt="1"/>
          </p:nvPr>
        </p:nvSpPr>
        <p:spPr>
          <a:xfrm>
            <a:off x="1307048"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4" name="Text Placeholder 11"/>
          <p:cNvSpPr>
            <a:spLocks noGrp="1"/>
          </p:cNvSpPr>
          <p:nvPr>
            <p:ph type="body" sz="quarter" idx="23" hasCustomPrompt="1"/>
          </p:nvPr>
        </p:nvSpPr>
        <p:spPr>
          <a:xfrm>
            <a:off x="4980125"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5" name="Text Placeholder 11"/>
          <p:cNvSpPr>
            <a:spLocks noGrp="1"/>
          </p:cNvSpPr>
          <p:nvPr>
            <p:ph type="body" sz="quarter" idx="32" hasCustomPrompt="1"/>
          </p:nvPr>
        </p:nvSpPr>
        <p:spPr>
          <a:xfrm>
            <a:off x="1307048"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6" name="Text Placeholder 11"/>
          <p:cNvSpPr>
            <a:spLocks noGrp="1"/>
          </p:cNvSpPr>
          <p:nvPr>
            <p:ph type="body" sz="quarter" idx="35" hasCustomPrompt="1"/>
          </p:nvPr>
        </p:nvSpPr>
        <p:spPr>
          <a:xfrm>
            <a:off x="4980125"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7" name="Text Placeholder 11"/>
          <p:cNvSpPr>
            <a:spLocks noGrp="1"/>
          </p:cNvSpPr>
          <p:nvPr>
            <p:ph type="body" sz="quarter" idx="44" hasCustomPrompt="1"/>
          </p:nvPr>
        </p:nvSpPr>
        <p:spPr>
          <a:xfrm>
            <a:off x="1307048"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8" name="Text Placeholder 11"/>
          <p:cNvSpPr>
            <a:spLocks noGrp="1"/>
          </p:cNvSpPr>
          <p:nvPr>
            <p:ph type="body" sz="quarter" idx="47" hasCustomPrompt="1"/>
          </p:nvPr>
        </p:nvSpPr>
        <p:spPr>
          <a:xfrm>
            <a:off x="4980125"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9" name="Text Placeholder 6"/>
          <p:cNvSpPr>
            <a:spLocks noGrp="1"/>
          </p:cNvSpPr>
          <p:nvPr>
            <p:ph type="body" sz="quarter" idx="54" hasCustomPrompt="1"/>
          </p:nvPr>
        </p:nvSpPr>
        <p:spPr>
          <a:xfrm>
            <a:off x="4038533"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0" name="Text Placeholder 6"/>
          <p:cNvSpPr>
            <a:spLocks noGrp="1"/>
          </p:cNvSpPr>
          <p:nvPr>
            <p:ph type="body" sz="quarter" idx="55" hasCustomPrompt="1"/>
          </p:nvPr>
        </p:nvSpPr>
        <p:spPr>
          <a:xfrm>
            <a:off x="4038533"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1" name="Text Placeholder 6"/>
          <p:cNvSpPr>
            <a:spLocks noGrp="1"/>
          </p:cNvSpPr>
          <p:nvPr>
            <p:ph type="body" sz="quarter" idx="56" hasCustomPrompt="1"/>
          </p:nvPr>
        </p:nvSpPr>
        <p:spPr>
          <a:xfrm>
            <a:off x="4038533"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2" name="Text Placeholder 6"/>
          <p:cNvSpPr>
            <a:spLocks noGrp="1"/>
          </p:cNvSpPr>
          <p:nvPr>
            <p:ph type="body" sz="quarter" idx="57" hasCustomPrompt="1"/>
          </p:nvPr>
        </p:nvSpPr>
        <p:spPr>
          <a:xfrm>
            <a:off x="7715771"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3" name="Text Placeholder 6"/>
          <p:cNvSpPr>
            <a:spLocks noGrp="1"/>
          </p:cNvSpPr>
          <p:nvPr>
            <p:ph type="body" sz="quarter" idx="58" hasCustomPrompt="1"/>
          </p:nvPr>
        </p:nvSpPr>
        <p:spPr>
          <a:xfrm>
            <a:off x="7715771"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4" name="Text Placeholder 6"/>
          <p:cNvSpPr>
            <a:spLocks noGrp="1"/>
          </p:cNvSpPr>
          <p:nvPr>
            <p:ph type="body" sz="quarter" idx="59" hasCustomPrompt="1"/>
          </p:nvPr>
        </p:nvSpPr>
        <p:spPr>
          <a:xfrm>
            <a:off x="7715771"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5" name="Text Placeholder 11"/>
          <p:cNvSpPr>
            <a:spLocks noGrp="1"/>
          </p:cNvSpPr>
          <p:nvPr>
            <p:ph type="body" sz="quarter" idx="60" hasCustomPrompt="1"/>
          </p:nvPr>
        </p:nvSpPr>
        <p:spPr>
          <a:xfrm>
            <a:off x="1307048"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6" name="Text Placeholder 11"/>
          <p:cNvSpPr>
            <a:spLocks noGrp="1"/>
          </p:cNvSpPr>
          <p:nvPr>
            <p:ph type="body" sz="quarter" idx="61" hasCustomPrompt="1"/>
          </p:nvPr>
        </p:nvSpPr>
        <p:spPr>
          <a:xfrm>
            <a:off x="4980125"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7" name="Text Placeholder 11"/>
          <p:cNvSpPr>
            <a:spLocks noGrp="1"/>
          </p:cNvSpPr>
          <p:nvPr>
            <p:ph type="body" sz="quarter" idx="62" hasCustomPrompt="1"/>
          </p:nvPr>
        </p:nvSpPr>
        <p:spPr>
          <a:xfrm>
            <a:off x="1307048"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8" name="Text Placeholder 11"/>
          <p:cNvSpPr>
            <a:spLocks noGrp="1"/>
          </p:cNvSpPr>
          <p:nvPr>
            <p:ph type="body" sz="quarter" idx="63" hasCustomPrompt="1"/>
          </p:nvPr>
        </p:nvSpPr>
        <p:spPr>
          <a:xfrm>
            <a:off x="4980125"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9" name="Text Placeholder 11"/>
          <p:cNvSpPr>
            <a:spLocks noGrp="1"/>
          </p:cNvSpPr>
          <p:nvPr>
            <p:ph type="body" sz="quarter" idx="64" hasCustomPrompt="1"/>
          </p:nvPr>
        </p:nvSpPr>
        <p:spPr>
          <a:xfrm>
            <a:off x="1307048"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0" name="Text Placeholder 11"/>
          <p:cNvSpPr>
            <a:spLocks noGrp="1"/>
          </p:cNvSpPr>
          <p:nvPr>
            <p:ph type="body" sz="quarter" idx="65" hasCustomPrompt="1"/>
          </p:nvPr>
        </p:nvSpPr>
        <p:spPr>
          <a:xfrm>
            <a:off x="4980125"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1" name="Text Placeholder 6"/>
          <p:cNvSpPr>
            <a:spLocks noGrp="1"/>
          </p:cNvSpPr>
          <p:nvPr>
            <p:ph type="body" sz="quarter" idx="66" hasCustomPrompt="1"/>
          </p:nvPr>
        </p:nvSpPr>
        <p:spPr>
          <a:xfrm>
            <a:off x="4038533"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2" name="Text Placeholder 6"/>
          <p:cNvSpPr>
            <a:spLocks noGrp="1"/>
          </p:cNvSpPr>
          <p:nvPr>
            <p:ph type="body" sz="quarter" idx="67" hasCustomPrompt="1"/>
          </p:nvPr>
        </p:nvSpPr>
        <p:spPr>
          <a:xfrm>
            <a:off x="4038533"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3" name="Text Placeholder 6"/>
          <p:cNvSpPr>
            <a:spLocks noGrp="1"/>
          </p:cNvSpPr>
          <p:nvPr>
            <p:ph type="body" sz="quarter" idx="68" hasCustomPrompt="1"/>
          </p:nvPr>
        </p:nvSpPr>
        <p:spPr>
          <a:xfrm>
            <a:off x="4038533"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4" name="Text Placeholder 6"/>
          <p:cNvSpPr>
            <a:spLocks noGrp="1"/>
          </p:cNvSpPr>
          <p:nvPr>
            <p:ph type="body" sz="quarter" idx="69" hasCustomPrompt="1"/>
          </p:nvPr>
        </p:nvSpPr>
        <p:spPr>
          <a:xfrm>
            <a:off x="7715771"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5" name="Text Placeholder 6"/>
          <p:cNvSpPr>
            <a:spLocks noGrp="1"/>
          </p:cNvSpPr>
          <p:nvPr>
            <p:ph type="body" sz="quarter" idx="70" hasCustomPrompt="1"/>
          </p:nvPr>
        </p:nvSpPr>
        <p:spPr>
          <a:xfrm>
            <a:off x="7715771"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6" name="Text Placeholder 6"/>
          <p:cNvSpPr>
            <a:spLocks noGrp="1"/>
          </p:cNvSpPr>
          <p:nvPr>
            <p:ph type="body" sz="quarter" idx="71" hasCustomPrompt="1"/>
          </p:nvPr>
        </p:nvSpPr>
        <p:spPr>
          <a:xfrm>
            <a:off x="7715771"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pic>
        <p:nvPicPr>
          <p:cNvPr id="3" name="Picture 2">
            <a:extLst>
              <a:ext uri="{FF2B5EF4-FFF2-40B4-BE49-F238E27FC236}">
                <a16:creationId xmlns:a16="http://schemas.microsoft.com/office/drawing/2014/main" id="{BDE1AC8B-C2AF-7EC8-8BD1-AD35C320C96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703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p:spTree>
      <p:nvGrpSpPr>
        <p:cNvPr id="1" name=""/>
        <p:cNvGrpSpPr/>
        <p:nvPr/>
      </p:nvGrpSpPr>
      <p:grpSpPr>
        <a:xfrm>
          <a:off x="0" y="0"/>
          <a:ext cx="0" cy="0"/>
          <a:chOff x="0" y="0"/>
          <a:chExt cx="0" cy="0"/>
        </a:xfrm>
      </p:grpSpPr>
      <p:sp>
        <p:nvSpPr>
          <p:cNvPr id="6" name="Rectangle 5"/>
          <p:cNvSpPr/>
          <p:nvPr userDrawn="1"/>
        </p:nvSpPr>
        <p:spPr>
          <a:xfrm>
            <a:off x="8153400" y="1352939"/>
            <a:ext cx="4038600" cy="5505061"/>
          </a:xfrm>
          <a:prstGeom prst="rect">
            <a:avLst/>
          </a:prstGeom>
          <a:gradFill>
            <a:gsLst>
              <a:gs pos="100000">
                <a:schemeClr val="accent1"/>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7" name="Rectangle 6"/>
          <p:cNvSpPr/>
          <p:nvPr userDrawn="1"/>
        </p:nvSpPr>
        <p:spPr>
          <a:xfrm>
            <a:off x="8153400" y="-373"/>
            <a:ext cx="4038600" cy="6217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153400" y="621419"/>
            <a:ext cx="403860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title" hasCustomPrompt="1"/>
          </p:nvPr>
        </p:nvSpPr>
        <p:spPr>
          <a:xfrm>
            <a:off x="8308759" y="621420"/>
            <a:ext cx="3727882" cy="731519"/>
          </a:xfrm>
        </p:spPr>
        <p:txBody>
          <a:bodyPr anchor="ctr" anchorCtr="0"/>
          <a:lstStyle>
            <a:lvl1pPr algn="ctr">
              <a:defRPr sz="4000">
                <a:solidFill>
                  <a:schemeClr val="accent1"/>
                </a:solidFill>
              </a:defRPr>
            </a:lvl1pPr>
          </a:lstStyle>
          <a:p>
            <a:r>
              <a:rPr lang="ar-EG" dirty="0"/>
              <a:t>جدول المحتويات</a:t>
            </a:r>
            <a:endParaRPr lang="en-US" dirty="0"/>
          </a:p>
        </p:txBody>
      </p:sp>
      <p:sp>
        <p:nvSpPr>
          <p:cNvPr id="28" name="Text Placeholder 27"/>
          <p:cNvSpPr>
            <a:spLocks noGrp="1"/>
          </p:cNvSpPr>
          <p:nvPr>
            <p:ph type="body" sz="quarter" idx="13"/>
          </p:nvPr>
        </p:nvSpPr>
        <p:spPr>
          <a:xfrm>
            <a:off x="3196257" y="160496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3" name="Text Placeholder 27"/>
          <p:cNvSpPr>
            <a:spLocks noGrp="1"/>
          </p:cNvSpPr>
          <p:nvPr>
            <p:ph type="body" sz="quarter" idx="14"/>
          </p:nvPr>
        </p:nvSpPr>
        <p:spPr>
          <a:xfrm>
            <a:off x="3196257" y="2010050"/>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6" name="Text Placeholder 27"/>
          <p:cNvSpPr>
            <a:spLocks noGrp="1"/>
          </p:cNvSpPr>
          <p:nvPr>
            <p:ph type="body" sz="quarter" idx="15"/>
          </p:nvPr>
        </p:nvSpPr>
        <p:spPr>
          <a:xfrm>
            <a:off x="3196257" y="2415137"/>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9" name="Text Placeholder 27"/>
          <p:cNvSpPr>
            <a:spLocks noGrp="1"/>
          </p:cNvSpPr>
          <p:nvPr>
            <p:ph type="body" sz="quarter" idx="16"/>
          </p:nvPr>
        </p:nvSpPr>
        <p:spPr>
          <a:xfrm>
            <a:off x="3196257" y="2820224"/>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2" name="Text Placeholder 27"/>
          <p:cNvSpPr>
            <a:spLocks noGrp="1"/>
          </p:cNvSpPr>
          <p:nvPr>
            <p:ph type="body" sz="quarter" idx="17"/>
          </p:nvPr>
        </p:nvSpPr>
        <p:spPr>
          <a:xfrm>
            <a:off x="3196257" y="3225311"/>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5" name="Text Placeholder 27"/>
          <p:cNvSpPr>
            <a:spLocks noGrp="1"/>
          </p:cNvSpPr>
          <p:nvPr>
            <p:ph type="body" sz="quarter" idx="18"/>
          </p:nvPr>
        </p:nvSpPr>
        <p:spPr>
          <a:xfrm>
            <a:off x="3196257" y="363039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8" name="Text Placeholder 27"/>
          <p:cNvSpPr>
            <a:spLocks noGrp="1"/>
          </p:cNvSpPr>
          <p:nvPr>
            <p:ph type="body" sz="quarter" idx="19"/>
          </p:nvPr>
        </p:nvSpPr>
        <p:spPr>
          <a:xfrm>
            <a:off x="3196257" y="4035485"/>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1" name="Text Placeholder 27"/>
          <p:cNvSpPr>
            <a:spLocks noGrp="1"/>
          </p:cNvSpPr>
          <p:nvPr>
            <p:ph type="body" sz="quarter" idx="20"/>
          </p:nvPr>
        </p:nvSpPr>
        <p:spPr>
          <a:xfrm>
            <a:off x="3196257" y="4440572"/>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4" name="Text Placeholder 27"/>
          <p:cNvSpPr>
            <a:spLocks noGrp="1"/>
          </p:cNvSpPr>
          <p:nvPr>
            <p:ph type="body" sz="quarter" idx="21"/>
          </p:nvPr>
        </p:nvSpPr>
        <p:spPr>
          <a:xfrm>
            <a:off x="3196257" y="4845659"/>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7" name="Text Placeholder 27"/>
          <p:cNvSpPr>
            <a:spLocks noGrp="1"/>
          </p:cNvSpPr>
          <p:nvPr>
            <p:ph type="body" sz="quarter" idx="22"/>
          </p:nvPr>
        </p:nvSpPr>
        <p:spPr>
          <a:xfrm>
            <a:off x="3196257" y="5250746"/>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0" name="Text Placeholder 27"/>
          <p:cNvSpPr>
            <a:spLocks noGrp="1"/>
          </p:cNvSpPr>
          <p:nvPr>
            <p:ph type="body" sz="quarter" idx="23"/>
          </p:nvPr>
        </p:nvSpPr>
        <p:spPr>
          <a:xfrm>
            <a:off x="3196257" y="565583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3" name="Text Placeholder 27"/>
          <p:cNvSpPr>
            <a:spLocks noGrp="1"/>
          </p:cNvSpPr>
          <p:nvPr>
            <p:ph type="body" sz="quarter" idx="24"/>
          </p:nvPr>
        </p:nvSpPr>
        <p:spPr>
          <a:xfrm>
            <a:off x="3196257" y="606091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2" name="TextBox 81"/>
          <p:cNvSpPr txBox="1"/>
          <p:nvPr userDrawn="1"/>
        </p:nvSpPr>
        <p:spPr>
          <a:xfrm>
            <a:off x="2214857" y="2716272"/>
            <a:ext cx="1344317" cy="338554"/>
          </a:xfrm>
          <a:prstGeom prst="rect">
            <a:avLst/>
          </a:prstGeom>
          <a:noFill/>
        </p:spPr>
        <p:txBody>
          <a:bodyPr wrap="square" rtlCol="0" anchor="ctr">
            <a:spAutoFit/>
          </a:bodyPr>
          <a:lstStyle/>
          <a:p>
            <a:pPr algn="r" fontAlgn="base"/>
            <a:r>
              <a:rPr lang="en-US" sz="1600" b="1" dirty="0">
                <a:solidFill>
                  <a:schemeClr val="bg1"/>
                </a:solidFill>
                <a:latin typeface="+mj-lt"/>
                <a:ea typeface="Open Sans" panose="020B0606030504020204" pitchFamily="34" charset="0"/>
                <a:cs typeface="Open Sans" panose="020B0606030504020204" pitchFamily="34" charset="0"/>
              </a:rPr>
              <a:t>01</a:t>
            </a:r>
          </a:p>
        </p:txBody>
      </p:sp>
      <p:sp>
        <p:nvSpPr>
          <p:cNvPr id="23"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3" name="Picture 2">
            <a:extLst>
              <a:ext uri="{FF2B5EF4-FFF2-40B4-BE49-F238E27FC236}">
                <a16:creationId xmlns:a16="http://schemas.microsoft.com/office/drawing/2014/main" id="{B100176E-CEC2-70DC-C086-2D881B34126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5434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xEl>
                                              <p:pRg st="0" end="0"/>
                                            </p:txEl>
                                          </p:spTgt>
                                        </p:tgtEl>
                                        <p:attrNameLst>
                                          <p:attrName>style.visibility</p:attrName>
                                        </p:attrNameLst>
                                      </p:cBhvr>
                                      <p:to>
                                        <p:strVal val="visible"/>
                                      </p:to>
                                    </p:set>
                                    <p:animEffect transition="in" filter="fade">
                                      <p:cBhvr>
                                        <p:cTn id="10" dur="500"/>
                                        <p:tgtEl>
                                          <p:spTgt spid="6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6">
                                            <p:txEl>
                                              <p:pRg st="0" end="0"/>
                                            </p:txEl>
                                          </p:spTgt>
                                        </p:tgtEl>
                                        <p:attrNameLst>
                                          <p:attrName>style.visibility</p:attrName>
                                        </p:attrNameLst>
                                      </p:cBhvr>
                                      <p:to>
                                        <p:strVal val="visible"/>
                                      </p:to>
                                    </p:set>
                                    <p:animEffect transition="in" filter="fade">
                                      <p:cBhvr>
                                        <p:cTn id="13" dur="500"/>
                                        <p:tgtEl>
                                          <p:spTgt spid="66">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9">
                                            <p:txEl>
                                              <p:pRg st="0" end="0"/>
                                            </p:txEl>
                                          </p:spTgt>
                                        </p:tgtEl>
                                        <p:attrNameLst>
                                          <p:attrName>style.visibility</p:attrName>
                                        </p:attrNameLst>
                                      </p:cBhvr>
                                      <p:to>
                                        <p:strVal val="visible"/>
                                      </p:to>
                                    </p:set>
                                    <p:animEffect transition="in" filter="fade">
                                      <p:cBhvr>
                                        <p:cTn id="16" dur="500"/>
                                        <p:tgtEl>
                                          <p:spTgt spid="6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2">
                                            <p:txEl>
                                              <p:pRg st="0" end="0"/>
                                            </p:txEl>
                                          </p:spTgt>
                                        </p:tgtEl>
                                        <p:attrNameLst>
                                          <p:attrName>style.visibility</p:attrName>
                                        </p:attrNameLst>
                                      </p:cBhvr>
                                      <p:to>
                                        <p:strVal val="visible"/>
                                      </p:to>
                                    </p:set>
                                    <p:animEffect transition="in" filter="fade">
                                      <p:cBhvr>
                                        <p:cTn id="19" dur="500"/>
                                        <p:tgtEl>
                                          <p:spTgt spid="72">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5">
                                            <p:txEl>
                                              <p:pRg st="0" end="0"/>
                                            </p:txEl>
                                          </p:spTgt>
                                        </p:tgtEl>
                                        <p:attrNameLst>
                                          <p:attrName>style.visibility</p:attrName>
                                        </p:attrNameLst>
                                      </p:cBhvr>
                                      <p:to>
                                        <p:strVal val="visible"/>
                                      </p:to>
                                    </p:set>
                                    <p:animEffect transition="in" filter="fade">
                                      <p:cBhvr>
                                        <p:cTn id="22" dur="500"/>
                                        <p:tgtEl>
                                          <p:spTgt spid="7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8">
                                            <p:txEl>
                                              <p:pRg st="0" end="0"/>
                                            </p:txEl>
                                          </p:spTgt>
                                        </p:tgtEl>
                                        <p:attrNameLst>
                                          <p:attrName>style.visibility</p:attrName>
                                        </p:attrNameLst>
                                      </p:cBhvr>
                                      <p:to>
                                        <p:strVal val="visible"/>
                                      </p:to>
                                    </p:set>
                                    <p:animEffect transition="in" filter="fade">
                                      <p:cBhvr>
                                        <p:cTn id="25" dur="500"/>
                                        <p:tgtEl>
                                          <p:spTgt spid="7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1">
                                            <p:txEl>
                                              <p:pRg st="0" end="0"/>
                                            </p:txEl>
                                          </p:spTgt>
                                        </p:tgtEl>
                                        <p:attrNameLst>
                                          <p:attrName>style.visibility</p:attrName>
                                        </p:attrNameLst>
                                      </p:cBhvr>
                                      <p:to>
                                        <p:strVal val="visible"/>
                                      </p:to>
                                    </p:set>
                                    <p:animEffect transition="in" filter="fade">
                                      <p:cBhvr>
                                        <p:cTn id="28" dur="500"/>
                                        <p:tgtEl>
                                          <p:spTgt spid="81">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4">
                                            <p:txEl>
                                              <p:pRg st="0" end="0"/>
                                            </p:txEl>
                                          </p:spTgt>
                                        </p:tgtEl>
                                        <p:attrNameLst>
                                          <p:attrName>style.visibility</p:attrName>
                                        </p:attrNameLst>
                                      </p:cBhvr>
                                      <p:to>
                                        <p:strVal val="visible"/>
                                      </p:to>
                                    </p:set>
                                    <p:animEffect transition="in" filter="fade">
                                      <p:cBhvr>
                                        <p:cTn id="31" dur="500"/>
                                        <p:tgtEl>
                                          <p:spTgt spid="84">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
                                            <p:txEl>
                                              <p:pRg st="0" end="0"/>
                                            </p:txEl>
                                          </p:spTgt>
                                        </p:tgtEl>
                                        <p:attrNameLst>
                                          <p:attrName>style.visibility</p:attrName>
                                        </p:attrNameLst>
                                      </p:cBhvr>
                                      <p:to>
                                        <p:strVal val="visible"/>
                                      </p:to>
                                    </p:set>
                                    <p:animEffect transition="in" filter="fade">
                                      <p:cBhvr>
                                        <p:cTn id="34" dur="500"/>
                                        <p:tgtEl>
                                          <p:spTgt spid="87">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0">
                                            <p:txEl>
                                              <p:pRg st="0" end="0"/>
                                            </p:txEl>
                                          </p:spTgt>
                                        </p:tgtEl>
                                        <p:attrNameLst>
                                          <p:attrName>style.visibility</p:attrName>
                                        </p:attrNameLst>
                                      </p:cBhvr>
                                      <p:to>
                                        <p:strVal val="visible"/>
                                      </p:to>
                                    </p:set>
                                    <p:animEffect transition="in" filter="fade">
                                      <p:cBhvr>
                                        <p:cTn id="37" dur="500"/>
                                        <p:tgtEl>
                                          <p:spTgt spid="90">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xEl>
                                              <p:pRg st="0" end="0"/>
                                            </p:txEl>
                                          </p:spTgt>
                                        </p:tgtEl>
                                        <p:attrNameLst>
                                          <p:attrName>style.visibility</p:attrName>
                                        </p:attrNameLst>
                                      </p:cBhvr>
                                      <p:to>
                                        <p:strVal val="visible"/>
                                      </p:to>
                                    </p:set>
                                    <p:animEffect transition="in" filter="fade">
                                      <p:cBhvr>
                                        <p:cTn id="40" dur="5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tmplLst>
          <p:tmpl lvl="1">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3" grpId="0" build="allAtOnce">
        <p:tmplLst>
          <p:tmpl lvl="1">
            <p:tnLst>
              <p:par>
                <p:cTn presetID="10"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6" grpId="0" build="allAtOnce">
        <p:tmplLst>
          <p:tmpl lvl="1">
            <p:tnLst>
              <p:par>
                <p:cTn presetID="10"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fade">
                      <p:cBhvr>
                        <p:cTn dur="500"/>
                        <p:tgtEl>
                          <p:spTgt spid="66"/>
                        </p:tgtEl>
                      </p:cBhvr>
                    </p:animEffect>
                  </p:childTnLst>
                </p:cTn>
              </p:par>
            </p:tnLst>
          </p:tmpl>
        </p:tmplLst>
      </p:bldP>
      <p:bldP spid="69" grpId="0" build="allAtOnce">
        <p:tmplLst>
          <p:tmpl lvl="1">
            <p:tnLst>
              <p:par>
                <p:cTn presetID="10" presetClass="entr" presetSubtype="0" fill="hold" nodeType="with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fade">
                      <p:cBhvr>
                        <p:cTn dur="500"/>
                        <p:tgtEl>
                          <p:spTgt spid="69"/>
                        </p:tgtEl>
                      </p:cBhvr>
                    </p:animEffect>
                  </p:childTnLst>
                </p:cTn>
              </p:par>
            </p:tnLst>
          </p:tmpl>
        </p:tmplLst>
      </p:bldP>
      <p:bldP spid="72" grpId="0" build="allAtOnce">
        <p:tmplLst>
          <p:tmpl lvl="1">
            <p:tnLst>
              <p:par>
                <p:cTn presetID="10"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fade">
                      <p:cBhvr>
                        <p:cTn dur="500"/>
                        <p:tgtEl>
                          <p:spTgt spid="72"/>
                        </p:tgtEl>
                      </p:cBhvr>
                    </p:animEffect>
                  </p:childTnLst>
                </p:cTn>
              </p:par>
            </p:tnLst>
          </p:tmpl>
        </p:tmplLst>
      </p:bldP>
      <p:bldP spid="75" grpId="0" build="allAtOnce">
        <p:tmplLst>
          <p:tmpl lvl="1">
            <p:tnLst>
              <p:par>
                <p:cTn presetID="10"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fade">
                      <p:cBhvr>
                        <p:cTn dur="500"/>
                        <p:tgtEl>
                          <p:spTgt spid="75"/>
                        </p:tgtEl>
                      </p:cBhvr>
                    </p:animEffect>
                  </p:childTnLst>
                </p:cTn>
              </p:par>
            </p:tnLst>
          </p:tmpl>
        </p:tmplLst>
      </p:bldP>
      <p:bldP spid="78" grpId="0" build="allAtOnce">
        <p:tmplLst>
          <p:tmpl lvl="1">
            <p:tnLst>
              <p:par>
                <p:cTn presetID="10"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childTnLst>
                </p:cTn>
              </p:par>
            </p:tnLst>
          </p:tmpl>
        </p:tmplLst>
      </p:bldP>
      <p:bldP spid="81" grpId="0" build="allAtOnce">
        <p:tmplLst>
          <p:tmpl lvl="1">
            <p:tnLst>
              <p:par>
                <p:cTn presetID="10"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fade">
                      <p:cBhvr>
                        <p:cTn dur="500"/>
                        <p:tgtEl>
                          <p:spTgt spid="81"/>
                        </p:tgtEl>
                      </p:cBhvr>
                    </p:animEffect>
                  </p:childTnLst>
                </p:cTn>
              </p:par>
            </p:tnLst>
          </p:tmpl>
        </p:tmplLst>
      </p:bldP>
      <p:bldP spid="84" grpId="0" build="allAtOnce">
        <p:tmplLst>
          <p:tmpl lvl="1">
            <p:tnLst>
              <p:par>
                <p:cTn presetID="10" presetClass="entr" presetSubtype="0" fill="hold" nodeType="withEffect">
                  <p:stCondLst>
                    <p:cond delay="0"/>
                  </p:st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7" grpId="0" build="allAtOnce">
        <p:tmplLst>
          <p:tmpl lvl="1">
            <p:tnLst>
              <p:par>
                <p:cTn presetID="10" presetClass="entr" presetSubtype="0"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fade">
                      <p:cBhvr>
                        <p:cTn dur="500"/>
                        <p:tgtEl>
                          <p:spTgt spid="87"/>
                        </p:tgtEl>
                      </p:cBhvr>
                    </p:animEffect>
                  </p:childTnLst>
                </p:cTn>
              </p:par>
            </p:tnLst>
          </p:tmpl>
        </p:tmplLst>
      </p:bldP>
      <p:bldP spid="90" grpId="0" build="allAtOnce">
        <p:tmplLst>
          <p:tmpl lvl="1">
            <p:tnLst>
              <p:par>
                <p:cTn presetID="10" presetClass="entr" presetSubtype="0"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fade">
                      <p:cBhvr>
                        <p:cTn dur="500"/>
                        <p:tgtEl>
                          <p:spTgt spid="90"/>
                        </p:tgtEl>
                      </p:cBhvr>
                    </p:animEffect>
                  </p:childTnLst>
                </p:cTn>
              </p:par>
            </p:tnLst>
          </p:tmpl>
        </p:tmplLst>
      </p:bldP>
      <p:bldP spid="93" grpId="0" build="allAtOnce">
        <p:tmplLst>
          <p:tmpl lvl="1">
            <p:tnLst>
              <p:par>
                <p:cTn presetID="10" presetClass="entr" presetSubtype="0" fill="hold" nodeType="with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fade">
                      <p:cBhvr>
                        <p:cTn dur="500"/>
                        <p:tgtEl>
                          <p:spTgt spid="9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4/15/2026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2924356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7489825" y="0"/>
            <a:ext cx="4702175" cy="6858000"/>
          </a:xfrm>
        </p:spPr>
        <p:txBody>
          <a:bodyPr/>
          <a:lstStyle/>
          <a:p>
            <a:r>
              <a:rPr lang="en-US"/>
              <a:t>Click icon to add picture</a:t>
            </a:r>
          </a:p>
        </p:txBody>
      </p:sp>
      <p:sp>
        <p:nvSpPr>
          <p:cNvPr id="2" name="Title 1"/>
          <p:cNvSpPr>
            <a:spLocks noGrp="1"/>
          </p:cNvSpPr>
          <p:nvPr>
            <p:ph type="title" hasCustomPrompt="1"/>
          </p:nvPr>
        </p:nvSpPr>
        <p:spPr>
          <a:xfrm>
            <a:off x="838200" y="475918"/>
            <a:ext cx="6115756" cy="666261"/>
          </a:xfrm>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4/15/2026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79341413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Date Placeholder 3"/>
          <p:cNvSpPr>
            <a:spLocks noGrp="1"/>
          </p:cNvSpPr>
          <p:nvPr>
            <p:ph type="dt" sz="half" idx="10"/>
          </p:nvPr>
        </p:nvSpPr>
        <p:spPr>
          <a:xfrm>
            <a:off x="1126155" y="6372408"/>
            <a:ext cx="1875631" cy="365125"/>
          </a:xfrm>
          <a:prstGeom prst="rect">
            <a:avLst/>
          </a:prstGeom>
        </p:spPr>
        <p:txBody>
          <a:bodyPr/>
          <a:lstStyle/>
          <a:p>
            <a:fld id="{F2A58179-A128-427D-87DD-C6A55F04E0A8}" type="datetime1">
              <a:rPr lang="en-US" smtClean="0"/>
              <a:t>4/15/2026</a:t>
            </a:fld>
            <a:endParaRPr lang="en-US"/>
          </a:p>
        </p:txBody>
      </p:sp>
      <p:sp>
        <p:nvSpPr>
          <p:cNvPr id="5" name="Footer Placeholder 4"/>
          <p:cNvSpPr>
            <a:spLocks noGrp="1"/>
          </p:cNvSpPr>
          <p:nvPr>
            <p:ph type="ftr" sz="quarter" idx="11"/>
          </p:nvPr>
        </p:nvSpPr>
        <p:spPr>
          <a:xfrm>
            <a:off x="4250035" y="6367630"/>
            <a:ext cx="3691931"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BE4EC83-A869-464E-AE9F-881796FB085E}" type="slidenum">
              <a:rPr lang="en-US" smtClean="0"/>
              <a:t>‹#›</a:t>
            </a:fld>
            <a:endParaRPr lang="en-US"/>
          </a:p>
        </p:txBody>
      </p:sp>
      <p:sp>
        <p:nvSpPr>
          <p:cNvPr id="7" name="Title 6"/>
          <p:cNvSpPr>
            <a:spLocks noGrp="1"/>
          </p:cNvSpPr>
          <p:nvPr>
            <p:ph type="title" hasCustomPrompt="1"/>
          </p:nvPr>
        </p:nvSpPr>
        <p:spPr/>
        <p:txBody>
          <a:bodyPr/>
          <a:lstStyle/>
          <a:p>
            <a:r>
              <a:rPr lang="ar-EG" dirty="0"/>
              <a:t>اضغط لتغيير العنوان</a:t>
            </a:r>
            <a:endParaRPr lang="en-US" dirty="0"/>
          </a:p>
        </p:txBody>
      </p:sp>
    </p:spTree>
    <p:extLst>
      <p:ext uri="{BB962C8B-B14F-4D97-AF65-F5344CB8AC3E}">
        <p14:creationId xmlns:p14="http://schemas.microsoft.com/office/powerpoint/2010/main" val="132083401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6" name="Picture 5" descr="A purple and white rectangle  Description automatically generated">
            <a:extLst>
              <a:ext uri="{FF2B5EF4-FFF2-40B4-BE49-F238E27FC236}">
                <a16:creationId xmlns:a16="http://schemas.microsoft.com/office/drawing/2014/main" id="{5D8E7D26-4E4F-35D7-4CE8-4428C2B6C8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928634" y="3925452"/>
            <a:ext cx="5615666" cy="641639"/>
          </a:xfrm>
          <a:noFill/>
        </p:spPr>
        <p:txBody>
          <a:bodyPr lIns="0" rIns="0" anchor="t" anchorCtr="0">
            <a:noAutofit/>
          </a:bodyPr>
          <a:lstStyle>
            <a:lvl1pPr algn="r">
              <a:defRPr sz="3600">
                <a:solidFill>
                  <a:schemeClr val="bg1"/>
                </a:solidFill>
                <a:latin typeface="Sakkal Majalla" panose="02000000000000000000" pitchFamily="2" charset="-78"/>
                <a:cs typeface="Sakkal Majalla" panose="02000000000000000000" pitchFamily="2" charset="-78"/>
              </a:defRPr>
            </a:lvl1pPr>
          </a:lstStyle>
          <a:p>
            <a:r>
              <a:rPr lang="ar-EG" dirty="0"/>
              <a:t>اضغط لتغيير العنوان</a:t>
            </a:r>
            <a:endParaRPr lang="en-US" dirty="0"/>
          </a:p>
        </p:txBody>
      </p:sp>
      <p:sp>
        <p:nvSpPr>
          <p:cNvPr id="9" name="Text Placeholder 3"/>
          <p:cNvSpPr>
            <a:spLocks noGrp="1"/>
          </p:cNvSpPr>
          <p:nvPr>
            <p:ph type="body" sz="quarter" idx="12"/>
          </p:nvPr>
        </p:nvSpPr>
        <p:spPr>
          <a:xfrm>
            <a:off x="7292975" y="7016661"/>
            <a:ext cx="4251325" cy="865187"/>
          </a:xfrm>
        </p:spPr>
        <p:txBody>
          <a:bodyPr>
            <a:normAutofit/>
          </a:bodyPr>
          <a:lstStyle>
            <a:lvl1pPr marL="0" indent="0" algn="ctr">
              <a:buNone/>
              <a:defRPr sz="1600">
                <a:solidFill>
                  <a:srgbClr val="E6E6E6"/>
                </a:solidFill>
              </a:defRPr>
            </a:lvl1pPr>
          </a:lstStyle>
          <a:p>
            <a:pPr lvl="0"/>
            <a:r>
              <a:rPr lang="en-US"/>
              <a:t>Click to edit Master text styles</a:t>
            </a:r>
          </a:p>
        </p:txBody>
      </p:sp>
      <p:sp>
        <p:nvSpPr>
          <p:cNvPr id="18" name="Text Placeholder 4"/>
          <p:cNvSpPr>
            <a:spLocks noGrp="1"/>
          </p:cNvSpPr>
          <p:nvPr>
            <p:ph type="body" sz="quarter" idx="14" hasCustomPrompt="1"/>
          </p:nvPr>
        </p:nvSpPr>
        <p:spPr>
          <a:xfrm>
            <a:off x="9601626" y="2343256"/>
            <a:ext cx="1942674" cy="1181919"/>
          </a:xfrm>
          <a:noFill/>
        </p:spPr>
        <p:txBody>
          <a:bodyPr lIns="0" tIns="0" bIns="0" anchor="ctr" anchorCtr="0">
            <a:noAutofit/>
          </a:bodyPr>
          <a:lstStyle>
            <a:lvl1pPr marL="0" indent="0" algn="ctr">
              <a:buNone/>
              <a:defRPr sz="8800" b="1">
                <a:ln w="19050">
                  <a:solidFill>
                    <a:schemeClr val="accent1"/>
                  </a:solidFill>
                </a:ln>
                <a:solidFill>
                  <a:schemeClr val="accent1"/>
                </a:solidFill>
                <a:latin typeface="Sakkal Majalla" panose="02000000000000000000" pitchFamily="2" charset="-78"/>
                <a:cs typeface="Sakkal Majalla" panose="02000000000000000000" pitchFamily="2" charset="-78"/>
              </a:defRPr>
            </a:lvl1pPr>
          </a:lstStyle>
          <a:p>
            <a:pPr lvl="0"/>
            <a:r>
              <a:rPr lang="ar-EG" dirty="0"/>
              <a:t>#</a:t>
            </a:r>
            <a:endParaRPr lang="en-US" dirty="0"/>
          </a:p>
        </p:txBody>
      </p:sp>
    </p:spTree>
    <p:extLst>
      <p:ext uri="{BB962C8B-B14F-4D97-AF65-F5344CB8AC3E}">
        <p14:creationId xmlns:p14="http://schemas.microsoft.com/office/powerpoint/2010/main" val="316289122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extLst>
    <p:ext uri="{DCECCB84-F9BA-43D5-87BE-67443E8EF086}">
      <p15:sldGuideLst xmlns:p15="http://schemas.microsoft.com/office/powerpoint/2012/main">
        <p15:guide id="1" pos="7272" userDrawn="1">
          <p15:clr>
            <a:srgbClr val="FBAE40"/>
          </p15:clr>
        </p15:guide>
        <p15:guide id="2" pos="6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Picture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4/15/2026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7" name="Picture Placeholder 6"/>
          <p:cNvSpPr>
            <a:spLocks noGrp="1"/>
          </p:cNvSpPr>
          <p:nvPr>
            <p:ph type="pic" sz="quarter" idx="13" hasCustomPrompt="1"/>
          </p:nvPr>
        </p:nvSpPr>
        <p:spPr>
          <a:xfrm>
            <a:off x="6197600" y="1447799"/>
            <a:ext cx="5156200" cy="3037381"/>
          </a:xfrm>
        </p:spPr>
        <p:txBody>
          <a:bodyPr/>
          <a:lstStyle/>
          <a:p>
            <a:r>
              <a:rPr lang="ar-EG" dirty="0"/>
              <a:t>اضغط على الأيقونة لإضافة صورة</a:t>
            </a:r>
            <a:endParaRPr lang="en-US" dirty="0"/>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1" name="Picture Placeholder 6"/>
          <p:cNvSpPr>
            <a:spLocks noGrp="1"/>
          </p:cNvSpPr>
          <p:nvPr>
            <p:ph type="pic" sz="quarter" idx="18" hasCustomPrompt="1"/>
          </p:nvPr>
        </p:nvSpPr>
        <p:spPr>
          <a:xfrm>
            <a:off x="838200" y="1447799"/>
            <a:ext cx="5156200" cy="3037381"/>
          </a:xfrm>
        </p:spPr>
        <p:txBody>
          <a:bodyPr/>
          <a:lstStyle/>
          <a:p>
            <a:r>
              <a:rPr lang="ar-EG" dirty="0"/>
              <a:t>اضغط على الأيقونة لإضافة صورة</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23756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ntent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4/15/2026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Content Placeholder 8"/>
          <p:cNvSpPr>
            <a:spLocks noGrp="1"/>
          </p:cNvSpPr>
          <p:nvPr>
            <p:ph sz="quarter" idx="19" hasCustomPrompt="1"/>
          </p:nvPr>
        </p:nvSpPr>
        <p:spPr>
          <a:xfrm>
            <a:off x="61976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1" name="Content Placeholder 8"/>
          <p:cNvSpPr>
            <a:spLocks noGrp="1"/>
          </p:cNvSpPr>
          <p:nvPr>
            <p:ph sz="quarter" idx="20" hasCustomPrompt="1"/>
          </p:nvPr>
        </p:nvSpPr>
        <p:spPr>
          <a:xfrm>
            <a:off x="8382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Tree>
    <p:extLst>
      <p:ext uri="{BB962C8B-B14F-4D97-AF65-F5344CB8AC3E}">
        <p14:creationId xmlns:p14="http://schemas.microsoft.com/office/powerpoint/2010/main" val="78794652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4/15/2026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096000" y="1454189"/>
            <a:ext cx="5257800"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6096000"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2" name="Text Placeholder 15"/>
          <p:cNvSpPr>
            <a:spLocks noGrp="1"/>
          </p:cNvSpPr>
          <p:nvPr>
            <p:ph type="body" sz="quarter" idx="27" hasCustomPrompt="1"/>
          </p:nvPr>
        </p:nvSpPr>
        <p:spPr>
          <a:xfrm>
            <a:off x="838169" y="1454189"/>
            <a:ext cx="5257800"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838169"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cxnSp>
        <p:nvCxnSpPr>
          <p:cNvPr id="10" name="Straight Connector 9"/>
          <p:cNvCxnSpPr/>
          <p:nvPr userDrawn="1"/>
        </p:nvCxnSpPr>
        <p:spPr>
          <a:xfrm>
            <a:off x="6095971" y="6096000"/>
            <a:ext cx="5257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flipV="1">
            <a:off x="838171" y="6095999"/>
            <a:ext cx="5257800" cy="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14524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4/15/2026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8719767" y="1465912"/>
            <a:ext cx="2624328"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8719767"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2" name="Text Placeholder 15"/>
          <p:cNvSpPr>
            <a:spLocks noGrp="1"/>
          </p:cNvSpPr>
          <p:nvPr>
            <p:ph type="body" sz="quarter" idx="27" hasCustomPrompt="1"/>
          </p:nvPr>
        </p:nvSpPr>
        <p:spPr>
          <a:xfrm>
            <a:off x="6098798" y="1465912"/>
            <a:ext cx="2624328"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6098798"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4" name="Text Placeholder 15"/>
          <p:cNvSpPr>
            <a:spLocks noGrp="1"/>
          </p:cNvSpPr>
          <p:nvPr>
            <p:ph type="body" sz="quarter" idx="29" hasCustomPrompt="1"/>
          </p:nvPr>
        </p:nvSpPr>
        <p:spPr>
          <a:xfrm>
            <a:off x="3477830" y="1465912"/>
            <a:ext cx="2624328" cy="469900"/>
          </a:xfrm>
          <a:solidFill>
            <a:schemeClr val="accent1"/>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5" name="Text Placeholder 6"/>
          <p:cNvSpPr>
            <a:spLocks noGrp="1"/>
          </p:cNvSpPr>
          <p:nvPr>
            <p:ph type="body" sz="quarter" idx="30" hasCustomPrompt="1"/>
          </p:nvPr>
        </p:nvSpPr>
        <p:spPr>
          <a:xfrm>
            <a:off x="3477830"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sp>
        <p:nvSpPr>
          <p:cNvPr id="26" name="Text Placeholder 15"/>
          <p:cNvSpPr>
            <a:spLocks noGrp="1"/>
          </p:cNvSpPr>
          <p:nvPr>
            <p:ph type="body" sz="quarter" idx="31" hasCustomPrompt="1"/>
          </p:nvPr>
        </p:nvSpPr>
        <p:spPr>
          <a:xfrm>
            <a:off x="856862" y="1465912"/>
            <a:ext cx="2624328" cy="469900"/>
          </a:xfrm>
          <a:solidFill>
            <a:schemeClr val="accent2"/>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7" name="Text Placeholder 6"/>
          <p:cNvSpPr>
            <a:spLocks noGrp="1"/>
          </p:cNvSpPr>
          <p:nvPr>
            <p:ph type="body" sz="quarter" idx="32" hasCustomPrompt="1"/>
          </p:nvPr>
        </p:nvSpPr>
        <p:spPr>
          <a:xfrm>
            <a:off x="856862"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cxnSp>
        <p:nvCxnSpPr>
          <p:cNvPr id="10" name="Straight Connector 9"/>
          <p:cNvCxnSpPr/>
          <p:nvPr userDrawn="1"/>
        </p:nvCxnSpPr>
        <p:spPr>
          <a:xfrm>
            <a:off x="10060884"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7323667"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4586451"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1849235"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0450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text with titles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4/15/2026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6" name="Text Placeholder 8"/>
          <p:cNvSpPr>
            <a:spLocks noGrp="1"/>
          </p:cNvSpPr>
          <p:nvPr>
            <p:ph type="body" sz="quarter" idx="13" hasCustomPrompt="1"/>
          </p:nvPr>
        </p:nvSpPr>
        <p:spPr>
          <a:xfrm>
            <a:off x="845580"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7" name="Text Placeholder 8"/>
          <p:cNvSpPr>
            <a:spLocks noGrp="1"/>
          </p:cNvSpPr>
          <p:nvPr>
            <p:ph type="body" sz="quarter" idx="14" hasCustomPrompt="1"/>
          </p:nvPr>
        </p:nvSpPr>
        <p:spPr>
          <a:xfrm>
            <a:off x="845580"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8" name="Straight Connector 7"/>
          <p:cNvCxnSpPr/>
          <p:nvPr userDrawn="1"/>
        </p:nvCxnSpPr>
        <p:spPr>
          <a:xfrm>
            <a:off x="5396768"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5" hasCustomPrompt="1"/>
          </p:nvPr>
        </p:nvSpPr>
        <p:spPr>
          <a:xfrm>
            <a:off x="6253972"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endParaRPr lang="en-US" dirty="0"/>
          </a:p>
        </p:txBody>
      </p:sp>
      <p:sp>
        <p:nvSpPr>
          <p:cNvPr id="10" name="Text Placeholder 8"/>
          <p:cNvSpPr>
            <a:spLocks noGrp="1"/>
          </p:cNvSpPr>
          <p:nvPr>
            <p:ph type="body" sz="quarter" idx="16" hasCustomPrompt="1"/>
          </p:nvPr>
        </p:nvSpPr>
        <p:spPr>
          <a:xfrm>
            <a:off x="6253972"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1" name="Straight Connector 10"/>
          <p:cNvCxnSpPr/>
          <p:nvPr userDrawn="1"/>
        </p:nvCxnSpPr>
        <p:spPr>
          <a:xfrm>
            <a:off x="10805160"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 Placeholder 8"/>
          <p:cNvSpPr>
            <a:spLocks noGrp="1"/>
          </p:cNvSpPr>
          <p:nvPr>
            <p:ph type="body" sz="quarter" idx="17" hasCustomPrompt="1"/>
          </p:nvPr>
        </p:nvSpPr>
        <p:spPr>
          <a:xfrm>
            <a:off x="845580"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3" name="Text Placeholder 8"/>
          <p:cNvSpPr>
            <a:spLocks noGrp="1"/>
          </p:cNvSpPr>
          <p:nvPr>
            <p:ph type="body" sz="quarter" idx="18" hasCustomPrompt="1"/>
          </p:nvPr>
        </p:nvSpPr>
        <p:spPr>
          <a:xfrm>
            <a:off x="845580"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4" name="Straight Connector 13"/>
          <p:cNvCxnSpPr/>
          <p:nvPr userDrawn="1"/>
        </p:nvCxnSpPr>
        <p:spPr>
          <a:xfrm>
            <a:off x="5396768"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Text Placeholder 8"/>
          <p:cNvSpPr>
            <a:spLocks noGrp="1"/>
          </p:cNvSpPr>
          <p:nvPr>
            <p:ph type="body" sz="quarter" idx="19" hasCustomPrompt="1"/>
          </p:nvPr>
        </p:nvSpPr>
        <p:spPr>
          <a:xfrm>
            <a:off x="6253972"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6" name="Text Placeholder 8"/>
          <p:cNvSpPr>
            <a:spLocks noGrp="1"/>
          </p:cNvSpPr>
          <p:nvPr>
            <p:ph type="body" sz="quarter" idx="20" hasCustomPrompt="1"/>
          </p:nvPr>
        </p:nvSpPr>
        <p:spPr>
          <a:xfrm>
            <a:off x="6253972"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7" name="Straight Connector 16"/>
          <p:cNvCxnSpPr/>
          <p:nvPr userDrawn="1"/>
        </p:nvCxnSpPr>
        <p:spPr>
          <a:xfrm>
            <a:off x="10805160"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42545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4/15/2026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1" name="Text Placeholder 6"/>
          <p:cNvSpPr>
            <a:spLocks noGrp="1"/>
          </p:cNvSpPr>
          <p:nvPr>
            <p:ph type="body" sz="quarter" idx="15" hasCustomPrompt="1"/>
          </p:nvPr>
        </p:nvSpPr>
        <p:spPr>
          <a:xfrm>
            <a:off x="8261577"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2" name="Text Placeholder 6"/>
          <p:cNvSpPr>
            <a:spLocks noGrp="1"/>
          </p:cNvSpPr>
          <p:nvPr>
            <p:ph type="body" sz="quarter" idx="16" hasCustomPrompt="1"/>
          </p:nvPr>
        </p:nvSpPr>
        <p:spPr>
          <a:xfrm>
            <a:off x="457287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9931026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4/15/2026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4831419" cy="4638675"/>
          </a:xfrm>
        </p:spPr>
        <p:txBody>
          <a:bodyPr>
            <a:normAutofit/>
          </a:bodyPr>
          <a:lstStyle>
            <a:lvl1pPr marL="0" indent="0">
              <a:buNone/>
              <a:defRPr sz="2000" baseline="0"/>
            </a:lvl1pPr>
          </a:lstStyle>
          <a:p>
            <a:pPr lvl="0"/>
            <a:r>
              <a:rPr lang="ar-EG" dirty="0"/>
              <a:t>تعديل النص</a:t>
            </a:r>
            <a:endParaRPr lang="en-US" dirty="0"/>
          </a:p>
        </p:txBody>
      </p:sp>
      <p:sp>
        <p:nvSpPr>
          <p:cNvPr id="9" name="Text Placeholder 6"/>
          <p:cNvSpPr>
            <a:spLocks noGrp="1"/>
          </p:cNvSpPr>
          <p:nvPr>
            <p:ph type="body" sz="quarter" idx="15" hasCustomPrompt="1"/>
          </p:nvPr>
        </p:nvSpPr>
        <p:spPr>
          <a:xfrm>
            <a:off x="6522381" y="1447800"/>
            <a:ext cx="4831419"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3791459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ortfolio/4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D07F32C4-027C-41E7-9CB9-C0506AA6389A}" type="datetime1">
              <a:rPr lang="en-US" smtClean="0"/>
              <a:t>4/15/2026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46ED658E-7B78-4C3F-B2D4-66856F143B40}" type="slidenum">
              <a:rPr lang="en-US" smtClean="0"/>
              <a:pPr/>
              <a:t>‹#›</a:t>
            </a:fld>
            <a:endParaRPr lang="en-US"/>
          </a:p>
        </p:txBody>
      </p:sp>
      <p:sp>
        <p:nvSpPr>
          <p:cNvPr id="7" name="Picture Placeholder 10">
            <a:extLst>
              <a:ext uri="{FF2B5EF4-FFF2-40B4-BE49-F238E27FC236}">
                <a16:creationId xmlns:a16="http://schemas.microsoft.com/office/drawing/2014/main" id="{1ED86105-1558-4D32-B1A9-5F4D28811B51}"/>
              </a:ext>
            </a:extLst>
          </p:cNvPr>
          <p:cNvSpPr>
            <a:spLocks noGrp="1"/>
          </p:cNvSpPr>
          <p:nvPr>
            <p:ph type="pic" sz="quarter" idx="13" hasCustomPrompt="1"/>
          </p:nvPr>
        </p:nvSpPr>
        <p:spPr>
          <a:xfrm>
            <a:off x="853836"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8" name="Picture Placeholder 12">
            <a:extLst>
              <a:ext uri="{FF2B5EF4-FFF2-40B4-BE49-F238E27FC236}">
                <a16:creationId xmlns:a16="http://schemas.microsoft.com/office/drawing/2014/main" id="{AD11BF4A-2489-4211-84F8-479B8880D427}"/>
              </a:ext>
            </a:extLst>
          </p:cNvPr>
          <p:cNvSpPr>
            <a:spLocks noGrp="1"/>
          </p:cNvSpPr>
          <p:nvPr>
            <p:ph type="pic" sz="quarter" idx="15" hasCustomPrompt="1"/>
          </p:nvPr>
        </p:nvSpPr>
        <p:spPr>
          <a:xfrm>
            <a:off x="9179225" y="1547024"/>
            <a:ext cx="2175731"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9" name="Text Placeholder 21"/>
          <p:cNvSpPr>
            <a:spLocks noGrp="1"/>
          </p:cNvSpPr>
          <p:nvPr>
            <p:ph type="body" sz="quarter" idx="16" hasCustomPrompt="1"/>
          </p:nvPr>
        </p:nvSpPr>
        <p:spPr>
          <a:xfrm>
            <a:off x="846596" y="4793469"/>
            <a:ext cx="2207123" cy="368300"/>
          </a:xfrm>
        </p:spPr>
        <p:txBody>
          <a:bodyPr>
            <a:normAutofit/>
          </a:bodyPr>
          <a:lstStyle>
            <a:lvl1pPr marL="0" indent="0" algn="ctr">
              <a:buNone/>
              <a:defRPr sz="2000" b="1" baseline="0">
                <a:solidFill>
                  <a:schemeClr val="accent1"/>
                </a:solidFill>
              </a:defRPr>
            </a:lvl1pPr>
          </a:lstStyle>
          <a:p>
            <a:pPr lvl="0"/>
            <a:r>
              <a:rPr lang="ar-EG" dirty="0"/>
              <a:t>عنوان 4</a:t>
            </a:r>
            <a:endParaRPr lang="en-US" dirty="0"/>
          </a:p>
        </p:txBody>
      </p:sp>
      <p:sp>
        <p:nvSpPr>
          <p:cNvPr id="11" name="Text Placeholder 21"/>
          <p:cNvSpPr>
            <a:spLocks noGrp="1"/>
          </p:cNvSpPr>
          <p:nvPr>
            <p:ph type="body" sz="quarter" idx="18" hasCustomPrompt="1"/>
          </p:nvPr>
        </p:nvSpPr>
        <p:spPr>
          <a:xfrm>
            <a:off x="3644019" y="4793469"/>
            <a:ext cx="2192642" cy="368300"/>
          </a:xfrm>
        </p:spPr>
        <p:txBody>
          <a:bodyPr>
            <a:normAutofit/>
          </a:bodyPr>
          <a:lstStyle>
            <a:lvl1pPr marL="0" indent="0" algn="ctr">
              <a:buNone/>
              <a:defRPr sz="2000" b="1">
                <a:solidFill>
                  <a:schemeClr val="accent1"/>
                </a:solidFill>
              </a:defRPr>
            </a:lvl1pPr>
          </a:lstStyle>
          <a:p>
            <a:pPr lvl="0"/>
            <a:r>
              <a:rPr lang="ar-EG" dirty="0"/>
              <a:t>عنوان 3</a:t>
            </a:r>
            <a:endParaRPr lang="en-US" dirty="0"/>
          </a:p>
        </p:txBody>
      </p:sp>
      <p:sp>
        <p:nvSpPr>
          <p:cNvPr id="13" name="Text Placeholder 21"/>
          <p:cNvSpPr>
            <a:spLocks noGrp="1"/>
          </p:cNvSpPr>
          <p:nvPr>
            <p:ph type="body" sz="quarter" idx="20" hasCustomPrompt="1"/>
          </p:nvPr>
        </p:nvSpPr>
        <p:spPr>
          <a:xfrm>
            <a:off x="9179225" y="4793469"/>
            <a:ext cx="2175731" cy="368300"/>
          </a:xfrm>
        </p:spPr>
        <p:txBody>
          <a:bodyPr>
            <a:normAutofit/>
          </a:bodyPr>
          <a:lstStyle>
            <a:lvl1pPr marL="0" indent="0" algn="ctr">
              <a:buNone/>
              <a:defRPr sz="2000" b="1">
                <a:solidFill>
                  <a:schemeClr val="accent1"/>
                </a:solidFill>
              </a:defRPr>
            </a:lvl1pPr>
          </a:lstStyle>
          <a:p>
            <a:pPr lvl="0"/>
            <a:r>
              <a:rPr lang="ar-EG" dirty="0"/>
              <a:t>عنوان 1</a:t>
            </a:r>
            <a:endParaRPr lang="en-US" dirty="0"/>
          </a:p>
        </p:txBody>
      </p:sp>
      <p:sp>
        <p:nvSpPr>
          <p:cNvPr id="15" name="Picture Placeholder 10">
            <a:extLst>
              <a:ext uri="{FF2B5EF4-FFF2-40B4-BE49-F238E27FC236}">
                <a16:creationId xmlns:a16="http://schemas.microsoft.com/office/drawing/2014/main" id="{1ED86105-1558-4D32-B1A9-5F4D28811B51}"/>
              </a:ext>
            </a:extLst>
          </p:cNvPr>
          <p:cNvSpPr>
            <a:spLocks noGrp="1"/>
          </p:cNvSpPr>
          <p:nvPr>
            <p:ph type="pic" sz="quarter" idx="23" hasCustomPrompt="1"/>
          </p:nvPr>
        </p:nvSpPr>
        <p:spPr>
          <a:xfrm>
            <a:off x="3644019"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6" name="Picture Placeholder 10">
            <a:extLst>
              <a:ext uri="{FF2B5EF4-FFF2-40B4-BE49-F238E27FC236}">
                <a16:creationId xmlns:a16="http://schemas.microsoft.com/office/drawing/2014/main" id="{1ED86105-1558-4D32-B1A9-5F4D28811B51}"/>
              </a:ext>
            </a:extLst>
          </p:cNvPr>
          <p:cNvSpPr>
            <a:spLocks noGrp="1"/>
          </p:cNvSpPr>
          <p:nvPr>
            <p:ph type="pic" sz="quarter" idx="24" hasCustomPrompt="1"/>
          </p:nvPr>
        </p:nvSpPr>
        <p:spPr>
          <a:xfrm>
            <a:off x="6419301"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7" name="Text Placeholder 21"/>
          <p:cNvSpPr>
            <a:spLocks noGrp="1"/>
          </p:cNvSpPr>
          <p:nvPr>
            <p:ph type="body" sz="quarter" idx="25" hasCustomPrompt="1"/>
          </p:nvPr>
        </p:nvSpPr>
        <p:spPr>
          <a:xfrm>
            <a:off x="6418380" y="4793469"/>
            <a:ext cx="2194484" cy="368300"/>
          </a:xfrm>
        </p:spPr>
        <p:txBody>
          <a:bodyP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b="1">
                <a:solidFill>
                  <a:schemeClr val="accent1"/>
                </a:solidFill>
              </a:defRPr>
            </a:lvl1pPr>
          </a:lstStyle>
          <a:p>
            <a:pPr lvl="0"/>
            <a:r>
              <a:rPr lang="ar-EG" dirty="0"/>
              <a:t>عنوان 2</a:t>
            </a:r>
            <a:endParaRPr lang="en-US" dirty="0"/>
          </a:p>
        </p:txBody>
      </p:sp>
      <p:sp>
        <p:nvSpPr>
          <p:cNvPr id="20" name="Text Placeholder 19"/>
          <p:cNvSpPr>
            <a:spLocks noGrp="1"/>
          </p:cNvSpPr>
          <p:nvPr>
            <p:ph type="body" sz="quarter" idx="26" hasCustomPrompt="1"/>
          </p:nvPr>
        </p:nvSpPr>
        <p:spPr>
          <a:xfrm>
            <a:off x="846845"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1" name="Text Placeholder 19"/>
          <p:cNvSpPr>
            <a:spLocks noGrp="1"/>
          </p:cNvSpPr>
          <p:nvPr>
            <p:ph type="body" sz="quarter" idx="27" hasCustomPrompt="1"/>
          </p:nvPr>
        </p:nvSpPr>
        <p:spPr>
          <a:xfrm>
            <a:off x="3637028"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2" name="Text Placeholder 19"/>
          <p:cNvSpPr>
            <a:spLocks noGrp="1"/>
          </p:cNvSpPr>
          <p:nvPr>
            <p:ph type="body" sz="quarter" idx="28" hasCustomPrompt="1"/>
          </p:nvPr>
        </p:nvSpPr>
        <p:spPr>
          <a:xfrm>
            <a:off x="6421014" y="5161763"/>
            <a:ext cx="2189217" cy="728662"/>
          </a:xfrm>
        </p:spPr>
        <p:txBody>
          <a:bodyPr>
            <a:normAutofit/>
          </a:bodyPr>
          <a:lstStyle>
            <a:lvl1pPr marL="0" indent="0" algn="ctr">
              <a:buNone/>
              <a:defRPr sz="1600"/>
            </a:lvl1pPr>
          </a:lstStyle>
          <a:p>
            <a:pPr lvl="0"/>
            <a:r>
              <a:rPr lang="ar-EG" dirty="0"/>
              <a:t>تعديل النص</a:t>
            </a:r>
            <a:endParaRPr lang="en-US" dirty="0"/>
          </a:p>
        </p:txBody>
      </p:sp>
      <p:sp>
        <p:nvSpPr>
          <p:cNvPr id="23" name="Text Placeholder 19"/>
          <p:cNvSpPr>
            <a:spLocks noGrp="1"/>
          </p:cNvSpPr>
          <p:nvPr>
            <p:ph type="body" sz="quarter" idx="29" hasCustomPrompt="1"/>
          </p:nvPr>
        </p:nvSpPr>
        <p:spPr>
          <a:xfrm>
            <a:off x="9183408" y="5161763"/>
            <a:ext cx="2167364" cy="728662"/>
          </a:xfrm>
        </p:spPr>
        <p:txBody>
          <a:bodyPr>
            <a:normAutofit/>
          </a:bodyPr>
          <a:lstStyle>
            <a:lvl1pPr marL="0" indent="0" algn="ctr">
              <a:buNone/>
              <a:defRPr sz="1600"/>
            </a:lvl1pPr>
          </a:lstStyle>
          <a:p>
            <a:pPr lvl="0"/>
            <a:r>
              <a:rPr lang="ar-EG" dirty="0"/>
              <a:t>تعديل النص</a:t>
            </a:r>
            <a:endParaRPr lang="en-US" dirty="0"/>
          </a:p>
        </p:txBody>
      </p:sp>
      <p:sp>
        <p:nvSpPr>
          <p:cNvPr id="27" name="Rectangle 26"/>
          <p:cNvSpPr/>
          <p:nvPr userDrawn="1"/>
        </p:nvSpPr>
        <p:spPr>
          <a:xfrm>
            <a:off x="980989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8" name="Rectangle 27"/>
          <p:cNvSpPr/>
          <p:nvPr userDrawn="1"/>
        </p:nvSpPr>
        <p:spPr>
          <a:xfrm>
            <a:off x="7058422"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p:cNvSpPr/>
          <p:nvPr userDrawn="1"/>
        </p:nvSpPr>
        <p:spPr>
          <a:xfrm>
            <a:off x="428314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0" name="Rectangle 29"/>
          <p:cNvSpPr/>
          <p:nvPr userDrawn="1"/>
        </p:nvSpPr>
        <p:spPr>
          <a:xfrm>
            <a:off x="1492957"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51455269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Content Placeholder 2"/>
          <p:cNvSpPr>
            <a:spLocks noGrp="1"/>
          </p:cNvSpPr>
          <p:nvPr>
            <p:ph sz="half" idx="1" hasCustomPrompt="1"/>
          </p:nvPr>
        </p:nvSpPr>
        <p:spPr>
          <a:xfrm>
            <a:off x="838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Content Placeholder 3"/>
          <p:cNvSpPr>
            <a:spLocks noGrp="1"/>
          </p:cNvSpPr>
          <p:nvPr>
            <p:ph sz="half" idx="2" hasCustomPrompt="1"/>
          </p:nvPr>
        </p:nvSpPr>
        <p:spPr>
          <a:xfrm>
            <a:off x="6172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35BB4A2A-1A89-4F2B-96A8-6DC5A8475B0F}" type="datetime1">
              <a:rPr lang="en-US" smtClean="0"/>
              <a:t>4/15/2026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55377634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400233" y="6367630"/>
            <a:ext cx="3691931" cy="365125"/>
          </a:xfrm>
          <a:prstGeom prst="rect">
            <a:avLst/>
          </a:prstGeom>
        </p:spPr>
        <p:txBody>
          <a:bodyPr/>
          <a:lstStyle/>
          <a:p>
            <a:endParaRPr lang="en-US"/>
          </a:p>
        </p:txBody>
      </p:sp>
      <p:sp>
        <p:nvSpPr>
          <p:cNvPr id="4" name="Slide Number Placeholder 6"/>
          <p:cNvSpPr>
            <a:spLocks noGrp="1"/>
          </p:cNvSpPr>
          <p:nvPr>
            <p:ph type="sldNum" sz="quarter" idx="12"/>
          </p:nvPr>
        </p:nvSpPr>
        <p:spPr>
          <a:xfrm>
            <a:off x="621453" y="6390919"/>
            <a:ext cx="320040" cy="320040"/>
          </a:xfrm>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162529283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Absolute">
    <p:spTree>
      <p:nvGrpSpPr>
        <p:cNvPr id="1" name=""/>
        <p:cNvGrpSpPr/>
        <p:nvPr/>
      </p:nvGrpSpPr>
      <p:grpSpPr>
        <a:xfrm>
          <a:off x="0" y="0"/>
          <a:ext cx="0" cy="0"/>
          <a:chOff x="0" y="0"/>
          <a:chExt cx="0" cy="0"/>
        </a:xfrm>
      </p:grpSpPr>
    </p:spTree>
    <p:extLst>
      <p:ext uri="{BB962C8B-B14F-4D97-AF65-F5344CB8AC3E}">
        <p14:creationId xmlns:p14="http://schemas.microsoft.com/office/powerpoint/2010/main" val="8359586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796" y="979084"/>
            <a:ext cx="3932237" cy="1078316"/>
          </a:xfrm>
        </p:spPr>
        <p:txBody>
          <a:bodyPr anchor="b"/>
          <a:lstStyle>
            <a:lvl1pPr algn="r">
              <a:defRPr sz="3200"/>
            </a:lvl1pPr>
          </a:lstStyle>
          <a:p>
            <a:r>
              <a:rPr lang="ar-EG" dirty="0"/>
              <a:t>اضغط لتغيير العنوان</a:t>
            </a:r>
            <a:endParaRPr lang="en-US" dirty="0"/>
          </a:p>
        </p:txBody>
      </p:sp>
      <p:sp>
        <p:nvSpPr>
          <p:cNvPr id="3" name="Content Placeholder 2"/>
          <p:cNvSpPr>
            <a:spLocks noGrp="1"/>
          </p:cNvSpPr>
          <p:nvPr>
            <p:ph idx="1" hasCustomPrompt="1"/>
          </p:nvPr>
        </p:nvSpPr>
        <p:spPr>
          <a:xfrm>
            <a:off x="838200"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Text Placeholder 3"/>
          <p:cNvSpPr>
            <a:spLocks noGrp="1"/>
          </p:cNvSpPr>
          <p:nvPr>
            <p:ph type="body" sz="half" idx="2" hasCustomPrompt="1"/>
          </p:nvPr>
        </p:nvSpPr>
        <p:spPr>
          <a:xfrm>
            <a:off x="7428796"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D6CC213-28D1-4DA6-A99B-8EB8EB359378}" type="datetime1">
              <a:rPr lang="en-US" smtClean="0"/>
              <a:t>4/15/2026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9670408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852" y="1002415"/>
            <a:ext cx="3932237" cy="1010014"/>
          </a:xfrm>
        </p:spPr>
        <p:txBody>
          <a:bodyPr anchor="b" anchorCtr="0"/>
          <a:lstStyle>
            <a:lvl1pPr algn="r">
              <a:defRPr sz="3200"/>
            </a:lvl1pPr>
          </a:lstStyle>
          <a:p>
            <a:r>
              <a:rPr lang="ar-EG" dirty="0"/>
              <a:t>اضغط لتغيير العنوان</a:t>
            </a:r>
            <a:endParaRPr lang="en-US" dirty="0"/>
          </a:p>
        </p:txBody>
      </p:sp>
      <p:sp>
        <p:nvSpPr>
          <p:cNvPr id="3" name="Picture Placeholder 2"/>
          <p:cNvSpPr>
            <a:spLocks noGrp="1"/>
          </p:cNvSpPr>
          <p:nvPr>
            <p:ph type="pic" idx="1" hasCustomPrompt="1"/>
          </p:nvPr>
        </p:nvSpPr>
        <p:spPr>
          <a:xfrm>
            <a:off x="851806"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EG" dirty="0"/>
              <a:t>اضغط على الأيقونة لإضافة صورة</a:t>
            </a:r>
            <a:endParaRPr lang="en-US" dirty="0"/>
          </a:p>
        </p:txBody>
      </p:sp>
      <p:sp>
        <p:nvSpPr>
          <p:cNvPr id="4" name="Text Placeholder 3"/>
          <p:cNvSpPr>
            <a:spLocks noGrp="1"/>
          </p:cNvSpPr>
          <p:nvPr>
            <p:ph type="body" sz="half" idx="2" hasCustomPrompt="1"/>
          </p:nvPr>
        </p:nvSpPr>
        <p:spPr>
          <a:xfrm>
            <a:off x="7428852" y="2057400"/>
            <a:ext cx="391724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F371FAE-8BEF-45E3-BB4F-0DA630E7BA88}" type="datetime1">
              <a:rPr lang="en-US" smtClean="0"/>
              <a:t>4/15/2026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286081628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17" name="Picture 16" descr="A blue square with white and blue text  Description automatically generated">
            <a:extLst>
              <a:ext uri="{FF2B5EF4-FFF2-40B4-BE49-F238E27FC236}">
                <a16:creationId xmlns:a16="http://schemas.microsoft.com/office/drawing/2014/main" id="{06F6661A-8164-8ED8-2B47-BE90673565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35616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extLst>
    <p:ext uri="{DCECCB84-F9BA-43D5-87BE-67443E8EF086}">
      <p15:sldGuideLst xmlns:p15="http://schemas.microsoft.com/office/powerpoint/2012/main">
        <p15:guide id="1" pos="5568">
          <p15:clr>
            <a:srgbClr val="FBAE40"/>
          </p15:clr>
        </p15:guide>
        <p15:guide id="2" pos="2112">
          <p15:clr>
            <a:srgbClr val="FBAE40"/>
          </p15:clr>
        </p15:guide>
        <p15:guide id="3" orient="horz" pos="1992" userDrawn="1">
          <p15:clr>
            <a:srgbClr val="FBAE40"/>
          </p15:clr>
        </p15:guide>
        <p15:guide id="4" orient="horz" pos="22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showMasterPhAnim="0" userDrawn="1">
  <p:cSld name="2_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4/15/2026</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86588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4190245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35666011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35307160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6085634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31378962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21011584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35287635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0436550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78401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23848092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20977555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9E5D3"/>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9096835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42982A0-0E12-0CD0-BD26-CCB3496D9500}"/>
              </a:ext>
            </a:extLst>
          </p:cNvPr>
          <p:cNvSpPr/>
          <p:nvPr userDrawn="1"/>
        </p:nvSpPr>
        <p:spPr>
          <a:xfrm>
            <a:off x="426720" y="377261"/>
            <a:ext cx="11338560" cy="57690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Freeform: Shape 32">
            <a:extLst>
              <a:ext uri="{FF2B5EF4-FFF2-40B4-BE49-F238E27FC236}">
                <a16:creationId xmlns:a16="http://schemas.microsoft.com/office/drawing/2014/main" id="{54EA71BE-3CCC-4CFA-DB3E-DFC159419FAF}"/>
              </a:ext>
            </a:extLst>
          </p:cNvPr>
          <p:cNvSpPr/>
          <p:nvPr userDrawn="1"/>
        </p:nvSpPr>
        <p:spPr>
          <a:xfrm rot="10800000" flipV="1">
            <a:off x="619123" y="216443"/>
            <a:ext cx="439704" cy="531176"/>
          </a:xfrm>
          <a:custGeom>
            <a:avLst/>
            <a:gdLst>
              <a:gd name="connsiteX0" fmla="*/ 0 w 439704"/>
              <a:gd name="connsiteY0" fmla="*/ 531176 h 531176"/>
              <a:gd name="connsiteX1" fmla="*/ 439704 w 439704"/>
              <a:gd name="connsiteY1" fmla="*/ 388308 h 531176"/>
              <a:gd name="connsiteX2" fmla="*/ 439704 w 439704"/>
              <a:gd name="connsiteY2" fmla="*/ 0 h 531176"/>
              <a:gd name="connsiteX3" fmla="*/ 0 w 439704"/>
              <a:gd name="connsiteY3" fmla="*/ 0 h 531176"/>
            </a:gdLst>
            <a:ahLst/>
            <a:cxnLst>
              <a:cxn ang="0">
                <a:pos x="connsiteX0" y="connsiteY0"/>
              </a:cxn>
              <a:cxn ang="0">
                <a:pos x="connsiteX1" y="connsiteY1"/>
              </a:cxn>
              <a:cxn ang="0">
                <a:pos x="connsiteX2" y="connsiteY2"/>
              </a:cxn>
              <a:cxn ang="0">
                <a:pos x="connsiteX3" y="connsiteY3"/>
              </a:cxn>
            </a:cxnLst>
            <a:rect l="l" t="t" r="r" b="b"/>
            <a:pathLst>
              <a:path w="439704" h="531176">
                <a:moveTo>
                  <a:pt x="0" y="531176"/>
                </a:moveTo>
                <a:lnTo>
                  <a:pt x="439704" y="388308"/>
                </a:lnTo>
                <a:lnTo>
                  <a:pt x="439704" y="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le Placeholder 1"/>
          <p:cNvSpPr>
            <a:spLocks noGrp="1"/>
          </p:cNvSpPr>
          <p:nvPr userDrawn="1">
            <p:ph type="title"/>
          </p:nvPr>
        </p:nvSpPr>
        <p:spPr>
          <a:xfrm>
            <a:off x="609601" y="561078"/>
            <a:ext cx="10972800" cy="666261"/>
          </a:xfrm>
          <a:prstGeom prst="rect">
            <a:avLst/>
          </a:prstGeom>
        </p:spPr>
        <p:txBody>
          <a:bodyPr vert="horz" lIns="91440" tIns="45720" rIns="0" bIns="45720" rtlCol="0" anchor="ctr" anchorCtr="0">
            <a:noAutofit/>
          </a:bodyPr>
          <a:lstStyle/>
          <a:p>
            <a:r>
              <a:rPr lang="ar-EG" dirty="0"/>
              <a:t>اضغط لتغيير العنوان</a:t>
            </a:r>
            <a:endParaRPr lang="en-US" dirty="0"/>
          </a:p>
        </p:txBody>
      </p:sp>
      <p:sp>
        <p:nvSpPr>
          <p:cNvPr id="3" name="Text Placeholder 2"/>
          <p:cNvSpPr>
            <a:spLocks noGrp="1"/>
          </p:cNvSpPr>
          <p:nvPr userDrawn="1">
            <p:ph type="body" idx="1"/>
          </p:nvPr>
        </p:nvSpPr>
        <p:spPr>
          <a:xfrm>
            <a:off x="609600" y="1333501"/>
            <a:ext cx="10972800" cy="4812768"/>
          </a:xfrm>
          <a:prstGeom prst="rect">
            <a:avLst/>
          </a:prstGeom>
        </p:spPr>
        <p:txBody>
          <a:bodyPr vert="horz" lIns="91440" tIns="45720" rIns="0" bIns="45720" rtlCol="0">
            <a:normAutofit/>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pic>
        <p:nvPicPr>
          <p:cNvPr id="5" name="Picture 4">
            <a:extLst>
              <a:ext uri="{FF2B5EF4-FFF2-40B4-BE49-F238E27FC236}">
                <a16:creationId xmlns:a16="http://schemas.microsoft.com/office/drawing/2014/main" id="{A0BE4E69-AE0B-085D-5A16-9A00D7D75383}"/>
              </a:ext>
            </a:extLst>
          </p:cNvPr>
          <p:cNvPicPr>
            <a:picLocks noChangeAspect="1" noChangeArrowheads="1"/>
          </p:cNvPicPr>
          <p:nvPr userDrawn="1"/>
        </p:nvPicPr>
        <p:blipFill>
          <a:blip r:embed="rId37" cstate="print">
            <a:extLst>
              <a:ext uri="{28A0092B-C50C-407E-A947-70E740481C1C}">
                <a14:useLocalDpi xmlns:a14="http://schemas.microsoft.com/office/drawing/2010/main" val="0"/>
              </a:ext>
            </a:extLst>
          </a:blip>
          <a:srcRect/>
          <a:stretch>
            <a:fillRect/>
          </a:stretch>
        </p:blipFill>
        <p:spPr bwMode="auto">
          <a:xfrm>
            <a:off x="9105642" y="6335328"/>
            <a:ext cx="2464906" cy="36576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userDrawn="1">
            <p:ph type="sldNum" sz="quarter" idx="4"/>
          </p:nvPr>
        </p:nvSpPr>
        <p:spPr>
          <a:xfrm>
            <a:off x="621452" y="6358188"/>
            <a:ext cx="437375" cy="320040"/>
          </a:xfrm>
          <a:prstGeom prst="rect">
            <a:avLst/>
          </a:prstGeom>
          <a:noFill/>
          <a:ln>
            <a:noFill/>
          </a:ln>
        </p:spPr>
        <p:txBody>
          <a:bodyPr vert="horz" lIns="0" tIns="0" rIns="0" bIns="0" rtlCol="0" anchor="ctr"/>
          <a:lstStyle>
            <a:lvl1pPr algn="ctr">
              <a:defRPr lang="en-US" sz="1400" b="1" smtClean="0">
                <a:solidFill>
                  <a:schemeClr val="accent1"/>
                </a:solidFill>
              </a:defRPr>
            </a:lvl1pPr>
          </a:lstStyle>
          <a:p>
            <a:pPr rtl="1"/>
            <a:r>
              <a:rPr lang="en-GB"/>
              <a:t>#</a:t>
            </a:r>
            <a:endParaRPr lang="en-GB" dirty="0"/>
          </a:p>
        </p:txBody>
      </p:sp>
    </p:spTree>
    <p:extLst>
      <p:ext uri="{BB962C8B-B14F-4D97-AF65-F5344CB8AC3E}">
        <p14:creationId xmlns:p14="http://schemas.microsoft.com/office/powerpoint/2010/main" val="1743026089"/>
      </p:ext>
    </p:extLst>
  </p:cSld>
  <p:clrMap bg1="lt1" tx1="dk1" bg2="lt2" tx2="dk2" accent1="accent1" accent2="accent2" accent3="accent3" accent4="accent4" accent5="accent5" accent6="accent6" hlink="hlink" folHlink="folHlink"/>
  <p:sldLayoutIdLst>
    <p:sldLayoutId id="2147483742" r:id="rId1"/>
    <p:sldLayoutId id="2147483705" r:id="rId2"/>
    <p:sldLayoutId id="2147483749" r:id="rId3"/>
    <p:sldLayoutId id="2147483744" r:id="rId4"/>
    <p:sldLayoutId id="2147483730" r:id="rId5"/>
    <p:sldLayoutId id="2147483741" r:id="rId6"/>
    <p:sldLayoutId id="2147483707" r:id="rId7"/>
    <p:sldLayoutId id="2147483710" r:id="rId8"/>
    <p:sldLayoutId id="2147483711" r:id="rId9"/>
    <p:sldLayoutId id="2147483712" r:id="rId10"/>
    <p:sldLayoutId id="2147483713" r:id="rId11"/>
    <p:sldLayoutId id="2147483715" r:id="rId12"/>
    <p:sldLayoutId id="2147483740" r:id="rId13"/>
    <p:sldLayoutId id="2147483718" r:id="rId14"/>
    <p:sldLayoutId id="2147483719" r:id="rId15"/>
    <p:sldLayoutId id="2147483725" r:id="rId16"/>
    <p:sldLayoutId id="2147483728" r:id="rId17"/>
    <p:sldLayoutId id="2147483735" r:id="rId18"/>
    <p:sldLayoutId id="2147483736" r:id="rId19"/>
    <p:sldLayoutId id="2147483737" r:id="rId20"/>
    <p:sldLayoutId id="2147483738" r:id="rId21"/>
    <p:sldLayoutId id="2147483739" r:id="rId22"/>
    <p:sldLayoutId id="2147483750" r:id="rId23"/>
    <p:sldLayoutId id="2147483751" r:id="rId24"/>
    <p:sldLayoutId id="2147483752" r:id="rId25"/>
    <p:sldLayoutId id="2147483753" r:id="rId26"/>
    <p:sldLayoutId id="2147483754" r:id="rId27"/>
    <p:sldLayoutId id="2147483755" r:id="rId28"/>
    <p:sldLayoutId id="2147483756" r:id="rId29"/>
    <p:sldLayoutId id="2147483757" r:id="rId30"/>
    <p:sldLayoutId id="2147483758" r:id="rId31"/>
    <p:sldLayoutId id="2147483759" r:id="rId32"/>
    <p:sldLayoutId id="2147483760" r:id="rId33"/>
    <p:sldLayoutId id="2147483761" r:id="rId34"/>
    <p:sldLayoutId id="2147483762" r:id="rId35"/>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hdr="0" ftr="0" dt="0"/>
  <p:txStyles>
    <p:title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2000" kern="1200">
          <a:solidFill>
            <a:schemeClr val="tx1">
              <a:lumMod val="85000"/>
              <a:lumOff val="1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6" pos="7296" userDrawn="1">
          <p15:clr>
            <a:srgbClr val="F26B43"/>
          </p15:clr>
        </p15:guide>
        <p15:guide id="7" orient="horz" pos="840" userDrawn="1">
          <p15:clr>
            <a:srgbClr val="F26B43"/>
          </p15:clr>
        </p15:guide>
        <p15:guide id="10" pos="384" userDrawn="1">
          <p15:clr>
            <a:srgbClr val="F26B43"/>
          </p15:clr>
        </p15:guide>
        <p15:guide id="11"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9827" y="3749232"/>
            <a:ext cx="5022574" cy="1204833"/>
          </a:xfrm>
        </p:spPr>
        <p:txBody>
          <a:bodyPr/>
          <a:lstStyle/>
          <a:p>
            <a:pPr>
              <a:lnSpc>
                <a:spcPct val="125000"/>
              </a:lnSpc>
            </a:pPr>
            <a:r>
              <a:rPr lang="ar-EG" dirty="0"/>
              <a:t> سياسات البنية المؤسسية</a:t>
            </a:r>
            <a:endParaRPr lang="en-US" dirty="0"/>
          </a:p>
        </p:txBody>
      </p:sp>
      <p:sp>
        <p:nvSpPr>
          <p:cNvPr id="3" name="Subtitle 2"/>
          <p:cNvSpPr>
            <a:spLocks noGrp="1"/>
          </p:cNvSpPr>
          <p:nvPr>
            <p:ph type="subTitle" idx="1"/>
          </p:nvPr>
        </p:nvSpPr>
        <p:spPr/>
        <p:txBody>
          <a:bodyPr>
            <a:normAutofit/>
          </a:bodyPr>
          <a:lstStyle/>
          <a:p>
            <a:r>
              <a:rPr lang="ar-EG" dirty="0"/>
              <a:t>النسخة </a:t>
            </a:r>
            <a:r>
              <a:rPr lang="en-US" dirty="0"/>
              <a:t>1.0</a:t>
            </a:r>
            <a:endParaRPr lang="ar-EG" dirty="0"/>
          </a:p>
        </p:txBody>
      </p:sp>
    </p:spTree>
    <p:extLst>
      <p:ext uri="{BB962C8B-B14F-4D97-AF65-F5344CB8AC3E}">
        <p14:creationId xmlns:p14="http://schemas.microsoft.com/office/powerpoint/2010/main" val="2428133689"/>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شروط استخدام الوثيقة</a:t>
            </a:r>
            <a:endParaRPr lang="en-US" dirty="0"/>
          </a:p>
        </p:txBody>
      </p:sp>
      <p:sp>
        <p:nvSpPr>
          <p:cNvPr id="15" name="Rectangle 14">
            <a:extLst>
              <a:ext uri="{FF2B5EF4-FFF2-40B4-BE49-F238E27FC236}">
                <a16:creationId xmlns:a16="http://schemas.microsoft.com/office/drawing/2014/main" id="{7B21A5CB-82AC-F540-2F06-31E6BF4F283A}"/>
              </a:ext>
            </a:extLst>
          </p:cNvPr>
          <p:cNvSpPr/>
          <p:nvPr/>
        </p:nvSpPr>
        <p:spPr>
          <a:xfrm>
            <a:off x="2011680" y="2396756"/>
            <a:ext cx="7202276" cy="1730999"/>
          </a:xfrm>
          <a:prstGeom prst="rect">
            <a:avLst/>
          </a:prstGeom>
        </p:spPr>
        <p:txBody>
          <a:bodyPr anchor="ctr" anchorCtr="0">
            <a:normAutofit/>
          </a:bodyPr>
          <a:lstStyle/>
          <a:p>
            <a:pPr algn="r" rtl="1">
              <a:lnSpc>
                <a:spcPct val="150000"/>
              </a:lnSpc>
              <a:spcAft>
                <a:spcPts val="1200"/>
              </a:spcAft>
            </a:pPr>
            <a:r>
              <a:rPr lang="ar-EG" sz="2400" dirty="0"/>
              <a:t>إن هذه الوثيقة ومحتوياتها هي ملك لهيئة تقويم التعليم والتدريب ولا يجوز نسخها أو الكشف عنها أو تداولها دون الحصول على موافقة كتابية محددة من الهيئة، ويحظر تماما أي استخدام آخر غير الغرض الذي تم إعدادها من أجله.</a:t>
            </a:r>
          </a:p>
        </p:txBody>
      </p:sp>
      <p:grpSp>
        <p:nvGrpSpPr>
          <p:cNvPr id="28" name="Group 27">
            <a:extLst>
              <a:ext uri="{FF2B5EF4-FFF2-40B4-BE49-F238E27FC236}">
                <a16:creationId xmlns:a16="http://schemas.microsoft.com/office/drawing/2014/main" id="{D7350C88-B1EB-C1D4-7BA4-A1A2D371B40C}"/>
              </a:ext>
            </a:extLst>
          </p:cNvPr>
          <p:cNvGrpSpPr>
            <a:grpSpLocks noChangeAspect="1"/>
          </p:cNvGrpSpPr>
          <p:nvPr/>
        </p:nvGrpSpPr>
        <p:grpSpPr>
          <a:xfrm>
            <a:off x="9864957" y="2512209"/>
            <a:ext cx="1256429" cy="1483283"/>
            <a:chOff x="3290888" y="152400"/>
            <a:chExt cx="1600201" cy="1889125"/>
          </a:xfrm>
          <a:solidFill>
            <a:schemeClr val="accent1"/>
          </a:solidFill>
        </p:grpSpPr>
        <p:sp>
          <p:nvSpPr>
            <p:cNvPr id="29" name="Freeform 191">
              <a:extLst>
                <a:ext uri="{FF2B5EF4-FFF2-40B4-BE49-F238E27FC236}">
                  <a16:creationId xmlns:a16="http://schemas.microsoft.com/office/drawing/2014/main" id="{13DD340A-D508-6019-028E-387DF741F95E}"/>
                </a:ext>
              </a:extLst>
            </p:cNvPr>
            <p:cNvSpPr>
              <a:spLocks noEditPoints="1"/>
            </p:cNvSpPr>
            <p:nvPr/>
          </p:nvSpPr>
          <p:spPr bwMode="auto">
            <a:xfrm>
              <a:off x="3290888" y="152400"/>
              <a:ext cx="1427163" cy="1889125"/>
            </a:xfrm>
            <a:custGeom>
              <a:avLst/>
              <a:gdLst>
                <a:gd name="T0" fmla="*/ 320 w 6064"/>
                <a:gd name="T1" fmla="*/ 57 h 8032"/>
                <a:gd name="T2" fmla="*/ 157 w 6064"/>
                <a:gd name="T3" fmla="*/ 172 h 8032"/>
                <a:gd name="T4" fmla="*/ 44 w 6064"/>
                <a:gd name="T5" fmla="*/ 335 h 8032"/>
                <a:gd name="T6" fmla="*/ 17 w 6064"/>
                <a:gd name="T7" fmla="*/ 432 h 8032"/>
                <a:gd name="T8" fmla="*/ 0 w 6064"/>
                <a:gd name="T9" fmla="*/ 4016 h 8032"/>
                <a:gd name="T10" fmla="*/ 10 w 6064"/>
                <a:gd name="T11" fmla="*/ 7503 h 8032"/>
                <a:gd name="T12" fmla="*/ 33 w 6064"/>
                <a:gd name="T13" fmla="*/ 7672 h 8032"/>
                <a:gd name="T14" fmla="*/ 96 w 6064"/>
                <a:gd name="T15" fmla="*/ 7785 h 8032"/>
                <a:gd name="T16" fmla="*/ 210 w 6064"/>
                <a:gd name="T17" fmla="*/ 7905 h 8032"/>
                <a:gd name="T18" fmla="*/ 325 w 6064"/>
                <a:gd name="T19" fmla="*/ 7977 h 8032"/>
                <a:gd name="T20" fmla="*/ 4658 w 6064"/>
                <a:gd name="T21" fmla="*/ 8032 h 8032"/>
                <a:gd name="T22" fmla="*/ 4443 w 6064"/>
                <a:gd name="T23" fmla="*/ 7886 h 8032"/>
                <a:gd name="T24" fmla="*/ 4284 w 6064"/>
                <a:gd name="T25" fmla="*/ 7864 h 8032"/>
                <a:gd name="T26" fmla="*/ 458 w 6064"/>
                <a:gd name="T27" fmla="*/ 7841 h 8032"/>
                <a:gd name="T28" fmla="*/ 305 w 6064"/>
                <a:gd name="T29" fmla="*/ 7743 h 8032"/>
                <a:gd name="T30" fmla="*/ 205 w 6064"/>
                <a:gd name="T31" fmla="*/ 7604 h 8032"/>
                <a:gd name="T32" fmla="*/ 189 w 6064"/>
                <a:gd name="T33" fmla="*/ 6936 h 8032"/>
                <a:gd name="T34" fmla="*/ 189 w 6064"/>
                <a:gd name="T35" fmla="*/ 1096 h 8032"/>
                <a:gd name="T36" fmla="*/ 205 w 6064"/>
                <a:gd name="T37" fmla="*/ 427 h 8032"/>
                <a:gd name="T38" fmla="*/ 305 w 6064"/>
                <a:gd name="T39" fmla="*/ 288 h 8032"/>
                <a:gd name="T40" fmla="*/ 458 w 6064"/>
                <a:gd name="T41" fmla="*/ 191 h 8032"/>
                <a:gd name="T42" fmla="*/ 3626 w 6064"/>
                <a:gd name="T43" fmla="*/ 241 h 8032"/>
                <a:gd name="T44" fmla="*/ 3716 w 6064"/>
                <a:gd name="T45" fmla="*/ 317 h 8032"/>
                <a:gd name="T46" fmla="*/ 3808 w 6064"/>
                <a:gd name="T47" fmla="*/ 454 h 8032"/>
                <a:gd name="T48" fmla="*/ 3880 w 6064"/>
                <a:gd name="T49" fmla="*/ 1736 h 8032"/>
                <a:gd name="T50" fmla="*/ 4027 w 6064"/>
                <a:gd name="T51" fmla="*/ 1928 h 8032"/>
                <a:gd name="T52" fmla="*/ 4175 w 6064"/>
                <a:gd name="T53" fmla="*/ 2017 h 8032"/>
                <a:gd name="T54" fmla="*/ 4908 w 6064"/>
                <a:gd name="T55" fmla="*/ 2049 h 8032"/>
                <a:gd name="T56" fmla="*/ 5569 w 6064"/>
                <a:gd name="T57" fmla="*/ 2066 h 8032"/>
                <a:gd name="T58" fmla="*/ 5687 w 6064"/>
                <a:gd name="T59" fmla="*/ 2110 h 8032"/>
                <a:gd name="T60" fmla="*/ 5814 w 6064"/>
                <a:gd name="T61" fmla="*/ 2244 h 8032"/>
                <a:gd name="T62" fmla="*/ 5848 w 6064"/>
                <a:gd name="T63" fmla="*/ 2319 h 8032"/>
                <a:gd name="T64" fmla="*/ 5866 w 6064"/>
                <a:gd name="T65" fmla="*/ 2870 h 8032"/>
                <a:gd name="T66" fmla="*/ 5955 w 6064"/>
                <a:gd name="T67" fmla="*/ 5146 h 8032"/>
                <a:gd name="T68" fmla="*/ 6057 w 6064"/>
                <a:gd name="T69" fmla="*/ 5162 h 8032"/>
                <a:gd name="T70" fmla="*/ 6063 w 6064"/>
                <a:gd name="T71" fmla="*/ 3744 h 8032"/>
                <a:gd name="T72" fmla="*/ 5995 w 6064"/>
                <a:gd name="T73" fmla="*/ 2178 h 8032"/>
                <a:gd name="T74" fmla="*/ 5887 w 6064"/>
                <a:gd name="T75" fmla="*/ 2042 h 8032"/>
                <a:gd name="T76" fmla="*/ 5221 w 6064"/>
                <a:gd name="T77" fmla="*/ 1422 h 8032"/>
                <a:gd name="T78" fmla="*/ 3752 w 6064"/>
                <a:gd name="T79" fmla="*/ 93 h 8032"/>
                <a:gd name="T80" fmla="*/ 3659 w 6064"/>
                <a:gd name="T81" fmla="*/ 42 h 8032"/>
                <a:gd name="T82" fmla="*/ 3224 w 6064"/>
                <a:gd name="T83" fmla="*/ 3 h 8032"/>
                <a:gd name="T84" fmla="*/ 1235 w 6064"/>
                <a:gd name="T85" fmla="*/ 1 h 8032"/>
                <a:gd name="T86" fmla="*/ 415 w 6064"/>
                <a:gd name="T87" fmla="*/ 22 h 8032"/>
                <a:gd name="T88" fmla="*/ 4873 w 6064"/>
                <a:gd name="T89" fmla="*/ 1862 h 8032"/>
                <a:gd name="T90" fmla="*/ 4286 w 6064"/>
                <a:gd name="T91" fmla="*/ 1854 h 8032"/>
                <a:gd name="T92" fmla="*/ 4173 w 6064"/>
                <a:gd name="T93" fmla="*/ 1803 h 8032"/>
                <a:gd name="T94" fmla="*/ 4045 w 6064"/>
                <a:gd name="T95" fmla="*/ 1661 h 8032"/>
                <a:gd name="T96" fmla="*/ 4009 w 6064"/>
                <a:gd name="T97" fmla="*/ 1467 h 8032"/>
                <a:gd name="T98" fmla="*/ 4001 w 6064"/>
                <a:gd name="T99" fmla="*/ 869 h 8032"/>
                <a:gd name="T100" fmla="*/ 4013 w 6064"/>
                <a:gd name="T101" fmla="*/ 584 h 8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064" h="8032">
                  <a:moveTo>
                    <a:pt x="415" y="22"/>
                  </a:moveTo>
                  <a:lnTo>
                    <a:pt x="382" y="32"/>
                  </a:lnTo>
                  <a:lnTo>
                    <a:pt x="320" y="57"/>
                  </a:lnTo>
                  <a:lnTo>
                    <a:pt x="262" y="89"/>
                  </a:lnTo>
                  <a:lnTo>
                    <a:pt x="207" y="127"/>
                  </a:lnTo>
                  <a:lnTo>
                    <a:pt x="157" y="172"/>
                  </a:lnTo>
                  <a:lnTo>
                    <a:pt x="113" y="221"/>
                  </a:lnTo>
                  <a:lnTo>
                    <a:pt x="75" y="276"/>
                  </a:lnTo>
                  <a:lnTo>
                    <a:pt x="44" y="335"/>
                  </a:lnTo>
                  <a:lnTo>
                    <a:pt x="31" y="366"/>
                  </a:lnTo>
                  <a:lnTo>
                    <a:pt x="26" y="381"/>
                  </a:lnTo>
                  <a:lnTo>
                    <a:pt x="17" y="432"/>
                  </a:lnTo>
                  <a:lnTo>
                    <a:pt x="7" y="619"/>
                  </a:lnTo>
                  <a:lnTo>
                    <a:pt x="0" y="1830"/>
                  </a:lnTo>
                  <a:lnTo>
                    <a:pt x="0" y="4016"/>
                  </a:lnTo>
                  <a:lnTo>
                    <a:pt x="0" y="6238"/>
                  </a:lnTo>
                  <a:lnTo>
                    <a:pt x="6" y="7301"/>
                  </a:lnTo>
                  <a:lnTo>
                    <a:pt x="10" y="7503"/>
                  </a:lnTo>
                  <a:lnTo>
                    <a:pt x="17" y="7608"/>
                  </a:lnTo>
                  <a:lnTo>
                    <a:pt x="27" y="7656"/>
                  </a:lnTo>
                  <a:lnTo>
                    <a:pt x="33" y="7672"/>
                  </a:lnTo>
                  <a:lnTo>
                    <a:pt x="42" y="7695"/>
                  </a:lnTo>
                  <a:lnTo>
                    <a:pt x="66" y="7741"/>
                  </a:lnTo>
                  <a:lnTo>
                    <a:pt x="96" y="7785"/>
                  </a:lnTo>
                  <a:lnTo>
                    <a:pt x="130" y="7828"/>
                  </a:lnTo>
                  <a:lnTo>
                    <a:pt x="168" y="7868"/>
                  </a:lnTo>
                  <a:lnTo>
                    <a:pt x="210" y="7905"/>
                  </a:lnTo>
                  <a:lnTo>
                    <a:pt x="255" y="7938"/>
                  </a:lnTo>
                  <a:lnTo>
                    <a:pt x="301" y="7966"/>
                  </a:lnTo>
                  <a:lnTo>
                    <a:pt x="325" y="7977"/>
                  </a:lnTo>
                  <a:lnTo>
                    <a:pt x="425" y="8024"/>
                  </a:lnTo>
                  <a:lnTo>
                    <a:pt x="2541" y="8029"/>
                  </a:lnTo>
                  <a:lnTo>
                    <a:pt x="4658" y="8032"/>
                  </a:lnTo>
                  <a:lnTo>
                    <a:pt x="4566" y="7972"/>
                  </a:lnTo>
                  <a:lnTo>
                    <a:pt x="4489" y="7920"/>
                  </a:lnTo>
                  <a:lnTo>
                    <a:pt x="4443" y="7886"/>
                  </a:lnTo>
                  <a:lnTo>
                    <a:pt x="4437" y="7881"/>
                  </a:lnTo>
                  <a:lnTo>
                    <a:pt x="4404" y="7873"/>
                  </a:lnTo>
                  <a:lnTo>
                    <a:pt x="4284" y="7864"/>
                  </a:lnTo>
                  <a:lnTo>
                    <a:pt x="3588" y="7854"/>
                  </a:lnTo>
                  <a:lnTo>
                    <a:pt x="2435" y="7849"/>
                  </a:lnTo>
                  <a:lnTo>
                    <a:pt x="458" y="7841"/>
                  </a:lnTo>
                  <a:lnTo>
                    <a:pt x="390" y="7804"/>
                  </a:lnTo>
                  <a:lnTo>
                    <a:pt x="360" y="7787"/>
                  </a:lnTo>
                  <a:lnTo>
                    <a:pt x="305" y="7743"/>
                  </a:lnTo>
                  <a:lnTo>
                    <a:pt x="257" y="7691"/>
                  </a:lnTo>
                  <a:lnTo>
                    <a:pt x="218" y="7633"/>
                  </a:lnTo>
                  <a:lnTo>
                    <a:pt x="205" y="7604"/>
                  </a:lnTo>
                  <a:lnTo>
                    <a:pt x="202" y="7583"/>
                  </a:lnTo>
                  <a:lnTo>
                    <a:pt x="196" y="7416"/>
                  </a:lnTo>
                  <a:lnTo>
                    <a:pt x="189" y="6936"/>
                  </a:lnTo>
                  <a:lnTo>
                    <a:pt x="181" y="5346"/>
                  </a:lnTo>
                  <a:lnTo>
                    <a:pt x="181" y="2685"/>
                  </a:lnTo>
                  <a:lnTo>
                    <a:pt x="189" y="1096"/>
                  </a:lnTo>
                  <a:lnTo>
                    <a:pt x="196" y="616"/>
                  </a:lnTo>
                  <a:lnTo>
                    <a:pt x="202" y="448"/>
                  </a:lnTo>
                  <a:lnTo>
                    <a:pt x="205" y="427"/>
                  </a:lnTo>
                  <a:lnTo>
                    <a:pt x="218" y="398"/>
                  </a:lnTo>
                  <a:lnTo>
                    <a:pt x="257" y="340"/>
                  </a:lnTo>
                  <a:lnTo>
                    <a:pt x="305" y="288"/>
                  </a:lnTo>
                  <a:lnTo>
                    <a:pt x="360" y="244"/>
                  </a:lnTo>
                  <a:lnTo>
                    <a:pt x="390" y="227"/>
                  </a:lnTo>
                  <a:lnTo>
                    <a:pt x="458" y="191"/>
                  </a:lnTo>
                  <a:lnTo>
                    <a:pt x="2001" y="191"/>
                  </a:lnTo>
                  <a:lnTo>
                    <a:pt x="3545" y="191"/>
                  </a:lnTo>
                  <a:lnTo>
                    <a:pt x="3626" y="241"/>
                  </a:lnTo>
                  <a:lnTo>
                    <a:pt x="3645" y="253"/>
                  </a:lnTo>
                  <a:lnTo>
                    <a:pt x="3682" y="283"/>
                  </a:lnTo>
                  <a:lnTo>
                    <a:pt x="3716" y="317"/>
                  </a:lnTo>
                  <a:lnTo>
                    <a:pt x="3746" y="354"/>
                  </a:lnTo>
                  <a:lnTo>
                    <a:pt x="3758" y="372"/>
                  </a:lnTo>
                  <a:lnTo>
                    <a:pt x="3808" y="454"/>
                  </a:lnTo>
                  <a:lnTo>
                    <a:pt x="3816" y="1039"/>
                  </a:lnTo>
                  <a:lnTo>
                    <a:pt x="3825" y="1624"/>
                  </a:lnTo>
                  <a:lnTo>
                    <a:pt x="3880" y="1736"/>
                  </a:lnTo>
                  <a:lnTo>
                    <a:pt x="3903" y="1781"/>
                  </a:lnTo>
                  <a:lnTo>
                    <a:pt x="3959" y="1861"/>
                  </a:lnTo>
                  <a:lnTo>
                    <a:pt x="4027" y="1928"/>
                  </a:lnTo>
                  <a:lnTo>
                    <a:pt x="4106" y="1983"/>
                  </a:lnTo>
                  <a:lnTo>
                    <a:pt x="4150" y="2006"/>
                  </a:lnTo>
                  <a:lnTo>
                    <a:pt x="4175" y="2017"/>
                  </a:lnTo>
                  <a:lnTo>
                    <a:pt x="4246" y="2032"/>
                  </a:lnTo>
                  <a:lnTo>
                    <a:pt x="4495" y="2044"/>
                  </a:lnTo>
                  <a:lnTo>
                    <a:pt x="4908" y="2049"/>
                  </a:lnTo>
                  <a:lnTo>
                    <a:pt x="5136" y="2052"/>
                  </a:lnTo>
                  <a:lnTo>
                    <a:pt x="5424" y="2058"/>
                  </a:lnTo>
                  <a:lnTo>
                    <a:pt x="5569" y="2066"/>
                  </a:lnTo>
                  <a:lnTo>
                    <a:pt x="5635" y="2082"/>
                  </a:lnTo>
                  <a:lnTo>
                    <a:pt x="5658" y="2094"/>
                  </a:lnTo>
                  <a:lnTo>
                    <a:pt x="5687" y="2110"/>
                  </a:lnTo>
                  <a:lnTo>
                    <a:pt x="5737" y="2147"/>
                  </a:lnTo>
                  <a:lnTo>
                    <a:pt x="5778" y="2190"/>
                  </a:lnTo>
                  <a:lnTo>
                    <a:pt x="5814" y="2244"/>
                  </a:lnTo>
                  <a:lnTo>
                    <a:pt x="5831" y="2277"/>
                  </a:lnTo>
                  <a:lnTo>
                    <a:pt x="5838" y="2290"/>
                  </a:lnTo>
                  <a:lnTo>
                    <a:pt x="5848" y="2319"/>
                  </a:lnTo>
                  <a:lnTo>
                    <a:pt x="5855" y="2367"/>
                  </a:lnTo>
                  <a:lnTo>
                    <a:pt x="5860" y="2451"/>
                  </a:lnTo>
                  <a:lnTo>
                    <a:pt x="5866" y="2870"/>
                  </a:lnTo>
                  <a:lnTo>
                    <a:pt x="5866" y="3729"/>
                  </a:lnTo>
                  <a:lnTo>
                    <a:pt x="5866" y="5109"/>
                  </a:lnTo>
                  <a:lnTo>
                    <a:pt x="5955" y="5146"/>
                  </a:lnTo>
                  <a:lnTo>
                    <a:pt x="6025" y="5174"/>
                  </a:lnTo>
                  <a:lnTo>
                    <a:pt x="6055" y="5182"/>
                  </a:lnTo>
                  <a:lnTo>
                    <a:pt x="6057" y="5162"/>
                  </a:lnTo>
                  <a:lnTo>
                    <a:pt x="6061" y="4943"/>
                  </a:lnTo>
                  <a:lnTo>
                    <a:pt x="6064" y="4320"/>
                  </a:lnTo>
                  <a:lnTo>
                    <a:pt x="6063" y="3744"/>
                  </a:lnTo>
                  <a:lnTo>
                    <a:pt x="6058" y="2307"/>
                  </a:lnTo>
                  <a:lnTo>
                    <a:pt x="6005" y="2197"/>
                  </a:lnTo>
                  <a:lnTo>
                    <a:pt x="5995" y="2178"/>
                  </a:lnTo>
                  <a:lnTo>
                    <a:pt x="5972" y="2141"/>
                  </a:lnTo>
                  <a:lnTo>
                    <a:pt x="5939" y="2098"/>
                  </a:lnTo>
                  <a:lnTo>
                    <a:pt x="5887" y="2042"/>
                  </a:lnTo>
                  <a:lnTo>
                    <a:pt x="5763" y="1920"/>
                  </a:lnTo>
                  <a:lnTo>
                    <a:pt x="5458" y="1639"/>
                  </a:lnTo>
                  <a:lnTo>
                    <a:pt x="5221" y="1422"/>
                  </a:lnTo>
                  <a:lnTo>
                    <a:pt x="4390" y="664"/>
                  </a:lnTo>
                  <a:lnTo>
                    <a:pt x="3873" y="197"/>
                  </a:lnTo>
                  <a:lnTo>
                    <a:pt x="3752" y="93"/>
                  </a:lnTo>
                  <a:lnTo>
                    <a:pt x="3730" y="79"/>
                  </a:lnTo>
                  <a:lnTo>
                    <a:pt x="3707" y="65"/>
                  </a:lnTo>
                  <a:lnTo>
                    <a:pt x="3659" y="42"/>
                  </a:lnTo>
                  <a:lnTo>
                    <a:pt x="3593" y="25"/>
                  </a:lnTo>
                  <a:lnTo>
                    <a:pt x="3487" y="13"/>
                  </a:lnTo>
                  <a:lnTo>
                    <a:pt x="3224" y="3"/>
                  </a:lnTo>
                  <a:lnTo>
                    <a:pt x="2541" y="0"/>
                  </a:lnTo>
                  <a:lnTo>
                    <a:pt x="1991" y="1"/>
                  </a:lnTo>
                  <a:lnTo>
                    <a:pt x="1235" y="1"/>
                  </a:lnTo>
                  <a:lnTo>
                    <a:pt x="633" y="8"/>
                  </a:lnTo>
                  <a:lnTo>
                    <a:pt x="447" y="16"/>
                  </a:lnTo>
                  <a:lnTo>
                    <a:pt x="415" y="22"/>
                  </a:lnTo>
                  <a:close/>
                  <a:moveTo>
                    <a:pt x="4725" y="1224"/>
                  </a:moveTo>
                  <a:lnTo>
                    <a:pt x="5421" y="1857"/>
                  </a:lnTo>
                  <a:lnTo>
                    <a:pt x="4873" y="1862"/>
                  </a:lnTo>
                  <a:lnTo>
                    <a:pt x="4633" y="1864"/>
                  </a:lnTo>
                  <a:lnTo>
                    <a:pt x="4383" y="1860"/>
                  </a:lnTo>
                  <a:lnTo>
                    <a:pt x="4286" y="1854"/>
                  </a:lnTo>
                  <a:lnTo>
                    <a:pt x="4266" y="1851"/>
                  </a:lnTo>
                  <a:lnTo>
                    <a:pt x="4236" y="1840"/>
                  </a:lnTo>
                  <a:lnTo>
                    <a:pt x="4173" y="1803"/>
                  </a:lnTo>
                  <a:lnTo>
                    <a:pt x="4113" y="1752"/>
                  </a:lnTo>
                  <a:lnTo>
                    <a:pt x="4063" y="1692"/>
                  </a:lnTo>
                  <a:lnTo>
                    <a:pt x="4045" y="1661"/>
                  </a:lnTo>
                  <a:lnTo>
                    <a:pt x="4033" y="1637"/>
                  </a:lnTo>
                  <a:lnTo>
                    <a:pt x="4017" y="1580"/>
                  </a:lnTo>
                  <a:lnTo>
                    <a:pt x="4009" y="1467"/>
                  </a:lnTo>
                  <a:lnTo>
                    <a:pt x="4005" y="1252"/>
                  </a:lnTo>
                  <a:lnTo>
                    <a:pt x="4003" y="1084"/>
                  </a:lnTo>
                  <a:lnTo>
                    <a:pt x="4001" y="869"/>
                  </a:lnTo>
                  <a:lnTo>
                    <a:pt x="4004" y="658"/>
                  </a:lnTo>
                  <a:lnTo>
                    <a:pt x="4009" y="589"/>
                  </a:lnTo>
                  <a:lnTo>
                    <a:pt x="4013" y="584"/>
                  </a:lnTo>
                  <a:lnTo>
                    <a:pt x="4181" y="731"/>
                  </a:lnTo>
                  <a:lnTo>
                    <a:pt x="4725" y="1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0" name="Freeform 192">
              <a:extLst>
                <a:ext uri="{FF2B5EF4-FFF2-40B4-BE49-F238E27FC236}">
                  <a16:creationId xmlns:a16="http://schemas.microsoft.com/office/drawing/2014/main" id="{A3C20801-CFA8-4B96-9DFA-637FBC91BF6E}"/>
                </a:ext>
              </a:extLst>
            </p:cNvPr>
            <p:cNvSpPr>
              <a:spLocks/>
            </p:cNvSpPr>
            <p:nvPr/>
          </p:nvSpPr>
          <p:spPr bwMode="auto">
            <a:xfrm>
              <a:off x="3543301" y="571500"/>
              <a:ext cx="371475" cy="44450"/>
            </a:xfrm>
            <a:custGeom>
              <a:avLst/>
              <a:gdLst>
                <a:gd name="T0" fmla="*/ 16 w 1582"/>
                <a:gd name="T1" fmla="*/ 32 h 184"/>
                <a:gd name="T2" fmla="*/ 7 w 1582"/>
                <a:gd name="T3" fmla="*/ 51 h 184"/>
                <a:gd name="T4" fmla="*/ 0 w 1582"/>
                <a:gd name="T5" fmla="*/ 87 h 184"/>
                <a:gd name="T6" fmla="*/ 5 w 1582"/>
                <a:gd name="T7" fmla="*/ 120 h 184"/>
                <a:gd name="T8" fmla="*/ 22 w 1582"/>
                <a:gd name="T9" fmla="*/ 146 h 184"/>
                <a:gd name="T10" fmla="*/ 36 w 1582"/>
                <a:gd name="T11" fmla="*/ 157 h 184"/>
                <a:gd name="T12" fmla="*/ 43 w 1582"/>
                <a:gd name="T13" fmla="*/ 161 h 184"/>
                <a:gd name="T14" fmla="*/ 64 w 1582"/>
                <a:gd name="T15" fmla="*/ 168 h 184"/>
                <a:gd name="T16" fmla="*/ 122 w 1582"/>
                <a:gd name="T17" fmla="*/ 176 h 184"/>
                <a:gd name="T18" fmla="*/ 394 w 1582"/>
                <a:gd name="T19" fmla="*/ 183 h 184"/>
                <a:gd name="T20" fmla="*/ 801 w 1582"/>
                <a:gd name="T21" fmla="*/ 184 h 184"/>
                <a:gd name="T22" fmla="*/ 1234 w 1582"/>
                <a:gd name="T23" fmla="*/ 183 h 184"/>
                <a:gd name="T24" fmla="*/ 1489 w 1582"/>
                <a:gd name="T25" fmla="*/ 176 h 184"/>
                <a:gd name="T26" fmla="*/ 1535 w 1582"/>
                <a:gd name="T27" fmla="*/ 167 h 184"/>
                <a:gd name="T28" fmla="*/ 1549 w 1582"/>
                <a:gd name="T29" fmla="*/ 159 h 184"/>
                <a:gd name="T30" fmla="*/ 1554 w 1582"/>
                <a:gd name="T31" fmla="*/ 154 h 184"/>
                <a:gd name="T32" fmla="*/ 1566 w 1582"/>
                <a:gd name="T33" fmla="*/ 139 h 184"/>
                <a:gd name="T34" fmla="*/ 1580 w 1582"/>
                <a:gd name="T35" fmla="*/ 103 h 184"/>
                <a:gd name="T36" fmla="*/ 1582 w 1582"/>
                <a:gd name="T37" fmla="*/ 65 h 184"/>
                <a:gd name="T38" fmla="*/ 1572 w 1582"/>
                <a:gd name="T39" fmla="*/ 32 h 184"/>
                <a:gd name="T40" fmla="*/ 1563 w 1582"/>
                <a:gd name="T41" fmla="*/ 20 h 184"/>
                <a:gd name="T42" fmla="*/ 1551 w 1582"/>
                <a:gd name="T43" fmla="*/ 15 h 184"/>
                <a:gd name="T44" fmla="*/ 1464 w 1582"/>
                <a:gd name="T45" fmla="*/ 7 h 184"/>
                <a:gd name="T46" fmla="*/ 1165 w 1582"/>
                <a:gd name="T47" fmla="*/ 1 h 184"/>
                <a:gd name="T48" fmla="*/ 788 w 1582"/>
                <a:gd name="T49" fmla="*/ 0 h 184"/>
                <a:gd name="T50" fmla="*/ 329 w 1582"/>
                <a:gd name="T51" fmla="*/ 1 h 184"/>
                <a:gd name="T52" fmla="*/ 71 w 1582"/>
                <a:gd name="T53" fmla="*/ 9 h 184"/>
                <a:gd name="T54" fmla="*/ 30 w 1582"/>
                <a:gd name="T55" fmla="*/ 18 h 184"/>
                <a:gd name="T56" fmla="*/ 19 w 1582"/>
                <a:gd name="T57" fmla="*/ 27 h 184"/>
                <a:gd name="T58" fmla="*/ 16 w 1582"/>
                <a:gd name="T59"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4">
                  <a:moveTo>
                    <a:pt x="16" y="32"/>
                  </a:moveTo>
                  <a:lnTo>
                    <a:pt x="7" y="51"/>
                  </a:lnTo>
                  <a:lnTo>
                    <a:pt x="0" y="87"/>
                  </a:lnTo>
                  <a:lnTo>
                    <a:pt x="5" y="120"/>
                  </a:lnTo>
                  <a:lnTo>
                    <a:pt x="22" y="146"/>
                  </a:lnTo>
                  <a:lnTo>
                    <a:pt x="36" y="157"/>
                  </a:lnTo>
                  <a:lnTo>
                    <a:pt x="43" y="161"/>
                  </a:lnTo>
                  <a:lnTo>
                    <a:pt x="64" y="168"/>
                  </a:lnTo>
                  <a:lnTo>
                    <a:pt x="122" y="176"/>
                  </a:lnTo>
                  <a:lnTo>
                    <a:pt x="394" y="183"/>
                  </a:lnTo>
                  <a:lnTo>
                    <a:pt x="801" y="184"/>
                  </a:lnTo>
                  <a:lnTo>
                    <a:pt x="1234" y="183"/>
                  </a:lnTo>
                  <a:lnTo>
                    <a:pt x="1489" y="176"/>
                  </a:lnTo>
                  <a:lnTo>
                    <a:pt x="1535" y="167"/>
                  </a:lnTo>
                  <a:lnTo>
                    <a:pt x="1549" y="159"/>
                  </a:lnTo>
                  <a:lnTo>
                    <a:pt x="1554" y="154"/>
                  </a:lnTo>
                  <a:lnTo>
                    <a:pt x="1566" y="139"/>
                  </a:lnTo>
                  <a:lnTo>
                    <a:pt x="1580" y="103"/>
                  </a:lnTo>
                  <a:lnTo>
                    <a:pt x="1582" y="65"/>
                  </a:lnTo>
                  <a:lnTo>
                    <a:pt x="1572" y="32"/>
                  </a:lnTo>
                  <a:lnTo>
                    <a:pt x="1563" y="20"/>
                  </a:lnTo>
                  <a:lnTo>
                    <a:pt x="1551" y="15"/>
                  </a:lnTo>
                  <a:lnTo>
                    <a:pt x="1464" y="7"/>
                  </a:lnTo>
                  <a:lnTo>
                    <a:pt x="1165" y="1"/>
                  </a:lnTo>
                  <a:lnTo>
                    <a:pt x="788" y="0"/>
                  </a:lnTo>
                  <a:lnTo>
                    <a:pt x="329" y="1"/>
                  </a:lnTo>
                  <a:lnTo>
                    <a:pt x="71" y="9"/>
                  </a:lnTo>
                  <a:lnTo>
                    <a:pt x="30"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1" name="Freeform 193">
              <a:extLst>
                <a:ext uri="{FF2B5EF4-FFF2-40B4-BE49-F238E27FC236}">
                  <a16:creationId xmlns:a16="http://schemas.microsoft.com/office/drawing/2014/main" id="{341BA33C-F8DE-9EE7-6E8E-26BF7767CEBE}"/>
                </a:ext>
              </a:extLst>
            </p:cNvPr>
            <p:cNvSpPr>
              <a:spLocks/>
            </p:cNvSpPr>
            <p:nvPr/>
          </p:nvSpPr>
          <p:spPr bwMode="auto">
            <a:xfrm>
              <a:off x="3543301" y="835025"/>
              <a:ext cx="657225" cy="42863"/>
            </a:xfrm>
            <a:custGeom>
              <a:avLst/>
              <a:gdLst>
                <a:gd name="T0" fmla="*/ 25 w 2796"/>
                <a:gd name="T1" fmla="*/ 27 h 183"/>
                <a:gd name="T2" fmla="*/ 13 w 2796"/>
                <a:gd name="T3" fmla="*/ 41 h 183"/>
                <a:gd name="T4" fmla="*/ 0 w 2796"/>
                <a:gd name="T5" fmla="*/ 74 h 183"/>
                <a:gd name="T6" fmla="*/ 1 w 2796"/>
                <a:gd name="T7" fmla="*/ 109 h 183"/>
                <a:gd name="T8" fmla="*/ 16 w 2796"/>
                <a:gd name="T9" fmla="*/ 142 h 183"/>
                <a:gd name="T10" fmla="*/ 28 w 2796"/>
                <a:gd name="T11" fmla="*/ 155 h 183"/>
                <a:gd name="T12" fmla="*/ 34 w 2796"/>
                <a:gd name="T13" fmla="*/ 160 h 183"/>
                <a:gd name="T14" fmla="*/ 60 w 2796"/>
                <a:gd name="T15" fmla="*/ 168 h 183"/>
                <a:gd name="T16" fmla="*/ 145 w 2796"/>
                <a:gd name="T17" fmla="*/ 176 h 183"/>
                <a:gd name="T18" fmla="*/ 621 w 2796"/>
                <a:gd name="T19" fmla="*/ 183 h 183"/>
                <a:gd name="T20" fmla="*/ 1402 w 2796"/>
                <a:gd name="T21" fmla="*/ 183 h 183"/>
                <a:gd name="T22" fmla="*/ 2209 w 2796"/>
                <a:gd name="T23" fmla="*/ 183 h 183"/>
                <a:gd name="T24" fmla="*/ 2671 w 2796"/>
                <a:gd name="T25" fmla="*/ 176 h 183"/>
                <a:gd name="T26" fmla="*/ 2745 w 2796"/>
                <a:gd name="T27" fmla="*/ 167 h 183"/>
                <a:gd name="T28" fmla="*/ 2765 w 2796"/>
                <a:gd name="T29" fmla="*/ 158 h 183"/>
                <a:gd name="T30" fmla="*/ 2770 w 2796"/>
                <a:gd name="T31" fmla="*/ 153 h 183"/>
                <a:gd name="T32" fmla="*/ 2782 w 2796"/>
                <a:gd name="T33" fmla="*/ 138 h 183"/>
                <a:gd name="T34" fmla="*/ 2796 w 2796"/>
                <a:gd name="T35" fmla="*/ 105 h 183"/>
                <a:gd name="T36" fmla="*/ 2796 w 2796"/>
                <a:gd name="T37" fmla="*/ 71 h 183"/>
                <a:gd name="T38" fmla="*/ 2784 w 2796"/>
                <a:gd name="T39" fmla="*/ 40 h 183"/>
                <a:gd name="T40" fmla="*/ 2772 w 2796"/>
                <a:gd name="T41" fmla="*/ 27 h 183"/>
                <a:gd name="T42" fmla="*/ 2766 w 2796"/>
                <a:gd name="T43" fmla="*/ 22 h 183"/>
                <a:gd name="T44" fmla="*/ 2741 w 2796"/>
                <a:gd name="T45" fmla="*/ 15 h 183"/>
                <a:gd name="T46" fmla="*/ 2652 w 2796"/>
                <a:gd name="T47" fmla="*/ 8 h 183"/>
                <a:gd name="T48" fmla="*/ 2169 w 2796"/>
                <a:gd name="T49" fmla="*/ 0 h 183"/>
                <a:gd name="T50" fmla="*/ 1398 w 2796"/>
                <a:gd name="T51" fmla="*/ 0 h 183"/>
                <a:gd name="T52" fmla="*/ 628 w 2796"/>
                <a:gd name="T53" fmla="*/ 0 h 183"/>
                <a:gd name="T54" fmla="*/ 145 w 2796"/>
                <a:gd name="T55" fmla="*/ 8 h 183"/>
                <a:gd name="T56" fmla="*/ 56 w 2796"/>
                <a:gd name="T57" fmla="*/ 15 h 183"/>
                <a:gd name="T58" fmla="*/ 30 w 2796"/>
                <a:gd name="T59" fmla="*/ 22 h 183"/>
                <a:gd name="T60" fmla="*/ 25 w 2796"/>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96" h="183">
                  <a:moveTo>
                    <a:pt x="25" y="27"/>
                  </a:moveTo>
                  <a:lnTo>
                    <a:pt x="13" y="41"/>
                  </a:lnTo>
                  <a:lnTo>
                    <a:pt x="0" y="74"/>
                  </a:lnTo>
                  <a:lnTo>
                    <a:pt x="1" y="109"/>
                  </a:lnTo>
                  <a:lnTo>
                    <a:pt x="16" y="142"/>
                  </a:lnTo>
                  <a:lnTo>
                    <a:pt x="28" y="155"/>
                  </a:lnTo>
                  <a:lnTo>
                    <a:pt x="34" y="160"/>
                  </a:lnTo>
                  <a:lnTo>
                    <a:pt x="60" y="168"/>
                  </a:lnTo>
                  <a:lnTo>
                    <a:pt x="145" y="176"/>
                  </a:lnTo>
                  <a:lnTo>
                    <a:pt x="621" y="183"/>
                  </a:lnTo>
                  <a:lnTo>
                    <a:pt x="1402" y="183"/>
                  </a:lnTo>
                  <a:lnTo>
                    <a:pt x="2209" y="183"/>
                  </a:lnTo>
                  <a:lnTo>
                    <a:pt x="2671" y="176"/>
                  </a:lnTo>
                  <a:lnTo>
                    <a:pt x="2745" y="167"/>
                  </a:lnTo>
                  <a:lnTo>
                    <a:pt x="2765" y="158"/>
                  </a:lnTo>
                  <a:lnTo>
                    <a:pt x="2770" y="153"/>
                  </a:lnTo>
                  <a:lnTo>
                    <a:pt x="2782" y="138"/>
                  </a:lnTo>
                  <a:lnTo>
                    <a:pt x="2796" y="105"/>
                  </a:lnTo>
                  <a:lnTo>
                    <a:pt x="2796" y="71"/>
                  </a:lnTo>
                  <a:lnTo>
                    <a:pt x="2784" y="40"/>
                  </a:lnTo>
                  <a:lnTo>
                    <a:pt x="2772" y="27"/>
                  </a:lnTo>
                  <a:lnTo>
                    <a:pt x="2766" y="22"/>
                  </a:lnTo>
                  <a:lnTo>
                    <a:pt x="2741" y="15"/>
                  </a:lnTo>
                  <a:lnTo>
                    <a:pt x="2652" y="8"/>
                  </a:lnTo>
                  <a:lnTo>
                    <a:pt x="2169" y="0"/>
                  </a:lnTo>
                  <a:lnTo>
                    <a:pt x="1398" y="0"/>
                  </a:lnTo>
                  <a:lnTo>
                    <a:pt x="628" y="0"/>
                  </a:lnTo>
                  <a:lnTo>
                    <a:pt x="145" y="8"/>
                  </a:lnTo>
                  <a:lnTo>
                    <a:pt x="5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2" name="Freeform 194">
              <a:extLst>
                <a:ext uri="{FF2B5EF4-FFF2-40B4-BE49-F238E27FC236}">
                  <a16:creationId xmlns:a16="http://schemas.microsoft.com/office/drawing/2014/main" id="{E2C848AD-75EF-EC83-2814-E94B50743544}"/>
                </a:ext>
              </a:extLst>
            </p:cNvPr>
            <p:cNvSpPr>
              <a:spLocks/>
            </p:cNvSpPr>
            <p:nvPr/>
          </p:nvSpPr>
          <p:spPr bwMode="auto">
            <a:xfrm>
              <a:off x="3543301" y="944563"/>
              <a:ext cx="877888" cy="42863"/>
            </a:xfrm>
            <a:custGeom>
              <a:avLst/>
              <a:gdLst>
                <a:gd name="T0" fmla="*/ 25 w 3730"/>
                <a:gd name="T1" fmla="*/ 26 h 183"/>
                <a:gd name="T2" fmla="*/ 13 w 3730"/>
                <a:gd name="T3" fmla="*/ 40 h 183"/>
                <a:gd name="T4" fmla="*/ 0 w 3730"/>
                <a:gd name="T5" fmla="*/ 73 h 183"/>
                <a:gd name="T6" fmla="*/ 1 w 3730"/>
                <a:gd name="T7" fmla="*/ 109 h 183"/>
                <a:gd name="T8" fmla="*/ 16 w 3730"/>
                <a:gd name="T9" fmla="*/ 141 h 183"/>
                <a:gd name="T10" fmla="*/ 28 w 3730"/>
                <a:gd name="T11" fmla="*/ 155 h 183"/>
                <a:gd name="T12" fmla="*/ 35 w 3730"/>
                <a:gd name="T13" fmla="*/ 159 h 183"/>
                <a:gd name="T14" fmla="*/ 65 w 3730"/>
                <a:gd name="T15" fmla="*/ 167 h 183"/>
                <a:gd name="T16" fmla="*/ 175 w 3730"/>
                <a:gd name="T17" fmla="*/ 176 h 183"/>
                <a:gd name="T18" fmla="*/ 812 w 3730"/>
                <a:gd name="T19" fmla="*/ 183 h 183"/>
                <a:gd name="T20" fmla="*/ 1868 w 3730"/>
                <a:gd name="T21" fmla="*/ 183 h 183"/>
                <a:gd name="T22" fmla="*/ 2960 w 3730"/>
                <a:gd name="T23" fmla="*/ 183 h 183"/>
                <a:gd name="T24" fmla="*/ 3578 w 3730"/>
                <a:gd name="T25" fmla="*/ 175 h 183"/>
                <a:gd name="T26" fmla="*/ 3674 w 3730"/>
                <a:gd name="T27" fmla="*/ 166 h 183"/>
                <a:gd name="T28" fmla="*/ 3698 w 3730"/>
                <a:gd name="T29" fmla="*/ 158 h 183"/>
                <a:gd name="T30" fmla="*/ 3703 w 3730"/>
                <a:gd name="T31" fmla="*/ 153 h 183"/>
                <a:gd name="T32" fmla="*/ 3715 w 3730"/>
                <a:gd name="T33" fmla="*/ 138 h 183"/>
                <a:gd name="T34" fmla="*/ 3729 w 3730"/>
                <a:gd name="T35" fmla="*/ 105 h 183"/>
                <a:gd name="T36" fmla="*/ 3730 w 3730"/>
                <a:gd name="T37" fmla="*/ 71 h 183"/>
                <a:gd name="T38" fmla="*/ 3717 w 3730"/>
                <a:gd name="T39" fmla="*/ 40 h 183"/>
                <a:gd name="T40" fmla="*/ 3705 w 3730"/>
                <a:gd name="T41" fmla="*/ 26 h 183"/>
                <a:gd name="T42" fmla="*/ 3699 w 3730"/>
                <a:gd name="T43" fmla="*/ 22 h 183"/>
                <a:gd name="T44" fmla="*/ 3668 w 3730"/>
                <a:gd name="T45" fmla="*/ 15 h 183"/>
                <a:gd name="T46" fmla="*/ 3552 w 3730"/>
                <a:gd name="T47" fmla="*/ 7 h 183"/>
                <a:gd name="T48" fmla="*/ 2905 w 3730"/>
                <a:gd name="T49" fmla="*/ 0 h 183"/>
                <a:gd name="T50" fmla="*/ 1865 w 3730"/>
                <a:gd name="T51" fmla="*/ 0 h 183"/>
                <a:gd name="T52" fmla="*/ 825 w 3730"/>
                <a:gd name="T53" fmla="*/ 0 h 183"/>
                <a:gd name="T54" fmla="*/ 178 w 3730"/>
                <a:gd name="T55" fmla="*/ 7 h 183"/>
                <a:gd name="T56" fmla="*/ 62 w 3730"/>
                <a:gd name="T57" fmla="*/ 15 h 183"/>
                <a:gd name="T58" fmla="*/ 31 w 3730"/>
                <a:gd name="T59" fmla="*/ 22 h 183"/>
                <a:gd name="T60" fmla="*/ 25 w 3730"/>
                <a:gd name="T61" fmla="*/ 26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30" h="183">
                  <a:moveTo>
                    <a:pt x="25" y="26"/>
                  </a:moveTo>
                  <a:lnTo>
                    <a:pt x="13" y="40"/>
                  </a:lnTo>
                  <a:lnTo>
                    <a:pt x="0" y="73"/>
                  </a:lnTo>
                  <a:lnTo>
                    <a:pt x="1" y="109"/>
                  </a:lnTo>
                  <a:lnTo>
                    <a:pt x="16" y="141"/>
                  </a:lnTo>
                  <a:lnTo>
                    <a:pt x="28" y="155"/>
                  </a:lnTo>
                  <a:lnTo>
                    <a:pt x="35" y="159"/>
                  </a:lnTo>
                  <a:lnTo>
                    <a:pt x="65" y="167"/>
                  </a:lnTo>
                  <a:lnTo>
                    <a:pt x="175" y="176"/>
                  </a:lnTo>
                  <a:lnTo>
                    <a:pt x="812" y="183"/>
                  </a:lnTo>
                  <a:lnTo>
                    <a:pt x="1868" y="183"/>
                  </a:lnTo>
                  <a:lnTo>
                    <a:pt x="2960" y="183"/>
                  </a:lnTo>
                  <a:lnTo>
                    <a:pt x="3578" y="175"/>
                  </a:lnTo>
                  <a:lnTo>
                    <a:pt x="3674" y="166"/>
                  </a:lnTo>
                  <a:lnTo>
                    <a:pt x="3698" y="158"/>
                  </a:lnTo>
                  <a:lnTo>
                    <a:pt x="3703" y="153"/>
                  </a:lnTo>
                  <a:lnTo>
                    <a:pt x="3715" y="138"/>
                  </a:lnTo>
                  <a:lnTo>
                    <a:pt x="3729" y="105"/>
                  </a:lnTo>
                  <a:lnTo>
                    <a:pt x="3730" y="71"/>
                  </a:lnTo>
                  <a:lnTo>
                    <a:pt x="3717" y="40"/>
                  </a:lnTo>
                  <a:lnTo>
                    <a:pt x="3705" y="26"/>
                  </a:lnTo>
                  <a:lnTo>
                    <a:pt x="3699" y="22"/>
                  </a:lnTo>
                  <a:lnTo>
                    <a:pt x="3668" y="15"/>
                  </a:lnTo>
                  <a:lnTo>
                    <a:pt x="3552" y="7"/>
                  </a:lnTo>
                  <a:lnTo>
                    <a:pt x="2905" y="0"/>
                  </a:lnTo>
                  <a:lnTo>
                    <a:pt x="1865" y="0"/>
                  </a:lnTo>
                  <a:lnTo>
                    <a:pt x="825" y="0"/>
                  </a:lnTo>
                  <a:lnTo>
                    <a:pt x="178" y="7"/>
                  </a:lnTo>
                  <a:lnTo>
                    <a:pt x="62" y="15"/>
                  </a:lnTo>
                  <a:lnTo>
                    <a:pt x="31" y="22"/>
                  </a:lnTo>
                  <a:lnTo>
                    <a:pt x="25"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3" name="Freeform 195">
              <a:extLst>
                <a:ext uri="{FF2B5EF4-FFF2-40B4-BE49-F238E27FC236}">
                  <a16:creationId xmlns:a16="http://schemas.microsoft.com/office/drawing/2014/main" id="{E2D1D724-B567-C2AC-80AC-9BF4DDAB0347}"/>
                </a:ext>
              </a:extLst>
            </p:cNvPr>
            <p:cNvSpPr>
              <a:spLocks/>
            </p:cNvSpPr>
            <p:nvPr/>
          </p:nvSpPr>
          <p:spPr bwMode="auto">
            <a:xfrm>
              <a:off x="3543301" y="1054100"/>
              <a:ext cx="811213" cy="42863"/>
            </a:xfrm>
            <a:custGeom>
              <a:avLst/>
              <a:gdLst>
                <a:gd name="T0" fmla="*/ 25 w 3449"/>
                <a:gd name="T1" fmla="*/ 27 h 184"/>
                <a:gd name="T2" fmla="*/ 13 w 3449"/>
                <a:gd name="T3" fmla="*/ 41 h 184"/>
                <a:gd name="T4" fmla="*/ 0 w 3449"/>
                <a:gd name="T5" fmla="*/ 74 h 184"/>
                <a:gd name="T6" fmla="*/ 1 w 3449"/>
                <a:gd name="T7" fmla="*/ 109 h 184"/>
                <a:gd name="T8" fmla="*/ 16 w 3449"/>
                <a:gd name="T9" fmla="*/ 142 h 184"/>
                <a:gd name="T10" fmla="*/ 28 w 3449"/>
                <a:gd name="T11" fmla="*/ 155 h 184"/>
                <a:gd name="T12" fmla="*/ 35 w 3449"/>
                <a:gd name="T13" fmla="*/ 160 h 184"/>
                <a:gd name="T14" fmla="*/ 63 w 3449"/>
                <a:gd name="T15" fmla="*/ 168 h 184"/>
                <a:gd name="T16" fmla="*/ 166 w 3449"/>
                <a:gd name="T17" fmla="*/ 176 h 184"/>
                <a:gd name="T18" fmla="*/ 754 w 3449"/>
                <a:gd name="T19" fmla="*/ 183 h 184"/>
                <a:gd name="T20" fmla="*/ 1728 w 3449"/>
                <a:gd name="T21" fmla="*/ 184 h 184"/>
                <a:gd name="T22" fmla="*/ 2351 w 3449"/>
                <a:gd name="T23" fmla="*/ 184 h 184"/>
                <a:gd name="T24" fmla="*/ 2939 w 3449"/>
                <a:gd name="T25" fmla="*/ 182 h 184"/>
                <a:gd name="T26" fmla="*/ 3188 w 3449"/>
                <a:gd name="T27" fmla="*/ 178 h 184"/>
                <a:gd name="T28" fmla="*/ 3340 w 3449"/>
                <a:gd name="T29" fmla="*/ 170 h 184"/>
                <a:gd name="T30" fmla="*/ 3402 w 3449"/>
                <a:gd name="T31" fmla="*/ 160 h 184"/>
                <a:gd name="T32" fmla="*/ 3428 w 3449"/>
                <a:gd name="T33" fmla="*/ 152 h 184"/>
                <a:gd name="T34" fmla="*/ 3442 w 3449"/>
                <a:gd name="T35" fmla="*/ 142 h 184"/>
                <a:gd name="T36" fmla="*/ 3448 w 3449"/>
                <a:gd name="T37" fmla="*/ 130 h 184"/>
                <a:gd name="T38" fmla="*/ 3449 w 3449"/>
                <a:gd name="T39" fmla="*/ 109 h 184"/>
                <a:gd name="T40" fmla="*/ 3448 w 3449"/>
                <a:gd name="T41" fmla="*/ 92 h 184"/>
                <a:gd name="T42" fmla="*/ 3449 w 3449"/>
                <a:gd name="T43" fmla="*/ 75 h 184"/>
                <a:gd name="T44" fmla="*/ 3448 w 3449"/>
                <a:gd name="T45" fmla="*/ 54 h 184"/>
                <a:gd name="T46" fmla="*/ 3442 w 3449"/>
                <a:gd name="T47" fmla="*/ 42 h 184"/>
                <a:gd name="T48" fmla="*/ 3427 w 3449"/>
                <a:gd name="T49" fmla="*/ 32 h 184"/>
                <a:gd name="T50" fmla="*/ 3402 w 3449"/>
                <a:gd name="T51" fmla="*/ 24 h 184"/>
                <a:gd name="T52" fmla="*/ 3339 w 3449"/>
                <a:gd name="T53" fmla="*/ 14 h 184"/>
                <a:gd name="T54" fmla="*/ 3187 w 3449"/>
                <a:gd name="T55" fmla="*/ 6 h 184"/>
                <a:gd name="T56" fmla="*/ 2937 w 3449"/>
                <a:gd name="T57" fmla="*/ 2 h 184"/>
                <a:gd name="T58" fmla="*/ 2348 w 3449"/>
                <a:gd name="T59" fmla="*/ 0 h 184"/>
                <a:gd name="T60" fmla="*/ 1723 w 3449"/>
                <a:gd name="T61" fmla="*/ 0 h 184"/>
                <a:gd name="T62" fmla="*/ 765 w 3449"/>
                <a:gd name="T63" fmla="*/ 1 h 184"/>
                <a:gd name="T64" fmla="*/ 168 w 3449"/>
                <a:gd name="T65" fmla="*/ 8 h 184"/>
                <a:gd name="T66" fmla="*/ 61 w 3449"/>
                <a:gd name="T67" fmla="*/ 16 h 184"/>
                <a:gd name="T68" fmla="*/ 31 w 3449"/>
                <a:gd name="T69" fmla="*/ 23 h 184"/>
                <a:gd name="T70" fmla="*/ 25 w 3449"/>
                <a:gd name="T71" fmla="*/ 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49" h="184">
                  <a:moveTo>
                    <a:pt x="25" y="27"/>
                  </a:moveTo>
                  <a:lnTo>
                    <a:pt x="13" y="41"/>
                  </a:lnTo>
                  <a:lnTo>
                    <a:pt x="0" y="74"/>
                  </a:lnTo>
                  <a:lnTo>
                    <a:pt x="1" y="109"/>
                  </a:lnTo>
                  <a:lnTo>
                    <a:pt x="16" y="142"/>
                  </a:lnTo>
                  <a:lnTo>
                    <a:pt x="28" y="155"/>
                  </a:lnTo>
                  <a:lnTo>
                    <a:pt x="35" y="160"/>
                  </a:lnTo>
                  <a:lnTo>
                    <a:pt x="63" y="168"/>
                  </a:lnTo>
                  <a:lnTo>
                    <a:pt x="166" y="176"/>
                  </a:lnTo>
                  <a:lnTo>
                    <a:pt x="754" y="183"/>
                  </a:lnTo>
                  <a:lnTo>
                    <a:pt x="1728" y="184"/>
                  </a:lnTo>
                  <a:lnTo>
                    <a:pt x="2351" y="184"/>
                  </a:lnTo>
                  <a:lnTo>
                    <a:pt x="2939" y="182"/>
                  </a:lnTo>
                  <a:lnTo>
                    <a:pt x="3188" y="178"/>
                  </a:lnTo>
                  <a:lnTo>
                    <a:pt x="3340" y="170"/>
                  </a:lnTo>
                  <a:lnTo>
                    <a:pt x="3402" y="160"/>
                  </a:lnTo>
                  <a:lnTo>
                    <a:pt x="3428" y="152"/>
                  </a:lnTo>
                  <a:lnTo>
                    <a:pt x="3442" y="142"/>
                  </a:lnTo>
                  <a:lnTo>
                    <a:pt x="3448" y="130"/>
                  </a:lnTo>
                  <a:lnTo>
                    <a:pt x="3449" y="109"/>
                  </a:lnTo>
                  <a:lnTo>
                    <a:pt x="3448" y="92"/>
                  </a:lnTo>
                  <a:lnTo>
                    <a:pt x="3449" y="75"/>
                  </a:lnTo>
                  <a:lnTo>
                    <a:pt x="3448" y="54"/>
                  </a:lnTo>
                  <a:lnTo>
                    <a:pt x="3442" y="42"/>
                  </a:lnTo>
                  <a:lnTo>
                    <a:pt x="3427" y="32"/>
                  </a:lnTo>
                  <a:lnTo>
                    <a:pt x="3402" y="24"/>
                  </a:lnTo>
                  <a:lnTo>
                    <a:pt x="3339" y="14"/>
                  </a:lnTo>
                  <a:lnTo>
                    <a:pt x="3187" y="6"/>
                  </a:lnTo>
                  <a:lnTo>
                    <a:pt x="2937" y="2"/>
                  </a:lnTo>
                  <a:lnTo>
                    <a:pt x="2348" y="0"/>
                  </a:lnTo>
                  <a:lnTo>
                    <a:pt x="1723" y="0"/>
                  </a:lnTo>
                  <a:lnTo>
                    <a:pt x="765" y="1"/>
                  </a:lnTo>
                  <a:lnTo>
                    <a:pt x="168" y="8"/>
                  </a:lnTo>
                  <a:lnTo>
                    <a:pt x="61" y="16"/>
                  </a:lnTo>
                  <a:lnTo>
                    <a:pt x="31" y="23"/>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4" name="Freeform 196">
              <a:extLst>
                <a:ext uri="{FF2B5EF4-FFF2-40B4-BE49-F238E27FC236}">
                  <a16:creationId xmlns:a16="http://schemas.microsoft.com/office/drawing/2014/main" id="{EB7F2890-0AE5-0535-2DDF-78C45E160022}"/>
                </a:ext>
              </a:extLst>
            </p:cNvPr>
            <p:cNvSpPr>
              <a:spLocks/>
            </p:cNvSpPr>
            <p:nvPr/>
          </p:nvSpPr>
          <p:spPr bwMode="auto">
            <a:xfrm>
              <a:off x="3543301" y="1163638"/>
              <a:ext cx="304800" cy="42863"/>
            </a:xfrm>
            <a:custGeom>
              <a:avLst/>
              <a:gdLst>
                <a:gd name="T0" fmla="*/ 25 w 1300"/>
                <a:gd name="T1" fmla="*/ 27 h 183"/>
                <a:gd name="T2" fmla="*/ 13 w 1300"/>
                <a:gd name="T3" fmla="*/ 41 h 183"/>
                <a:gd name="T4" fmla="*/ 0 w 1300"/>
                <a:gd name="T5" fmla="*/ 74 h 183"/>
                <a:gd name="T6" fmla="*/ 1 w 1300"/>
                <a:gd name="T7" fmla="*/ 109 h 183"/>
                <a:gd name="T8" fmla="*/ 16 w 1300"/>
                <a:gd name="T9" fmla="*/ 142 h 183"/>
                <a:gd name="T10" fmla="*/ 28 w 1300"/>
                <a:gd name="T11" fmla="*/ 155 h 183"/>
                <a:gd name="T12" fmla="*/ 34 w 1300"/>
                <a:gd name="T13" fmla="*/ 160 h 183"/>
                <a:gd name="T14" fmla="*/ 51 w 1300"/>
                <a:gd name="T15" fmla="*/ 167 h 183"/>
                <a:gd name="T16" fmla="*/ 95 w 1300"/>
                <a:gd name="T17" fmla="*/ 175 h 183"/>
                <a:gd name="T18" fmla="*/ 311 w 1300"/>
                <a:gd name="T19" fmla="*/ 183 h 183"/>
                <a:gd name="T20" fmla="*/ 647 w 1300"/>
                <a:gd name="T21" fmla="*/ 183 h 183"/>
                <a:gd name="T22" fmla="*/ 908 w 1300"/>
                <a:gd name="T23" fmla="*/ 182 h 183"/>
                <a:gd name="T24" fmla="*/ 1162 w 1300"/>
                <a:gd name="T25" fmla="*/ 176 h 183"/>
                <a:gd name="T26" fmla="*/ 1252 w 1300"/>
                <a:gd name="T27" fmla="*/ 170 h 183"/>
                <a:gd name="T28" fmla="*/ 1267 w 1300"/>
                <a:gd name="T29" fmla="*/ 167 h 183"/>
                <a:gd name="T30" fmla="*/ 1273 w 1300"/>
                <a:gd name="T31" fmla="*/ 162 h 183"/>
                <a:gd name="T32" fmla="*/ 1284 w 1300"/>
                <a:gd name="T33" fmla="*/ 149 h 183"/>
                <a:gd name="T34" fmla="*/ 1296 w 1300"/>
                <a:gd name="T35" fmla="*/ 121 h 183"/>
                <a:gd name="T36" fmla="*/ 1300 w 1300"/>
                <a:gd name="T37" fmla="*/ 76 h 183"/>
                <a:gd name="T38" fmla="*/ 1293 w 1300"/>
                <a:gd name="T39" fmla="*/ 44 h 183"/>
                <a:gd name="T40" fmla="*/ 1284 w 1300"/>
                <a:gd name="T41" fmla="*/ 27 h 183"/>
                <a:gd name="T42" fmla="*/ 1278 w 1300"/>
                <a:gd name="T43" fmla="*/ 20 h 183"/>
                <a:gd name="T44" fmla="*/ 1268 w 1300"/>
                <a:gd name="T45" fmla="*/ 15 h 183"/>
                <a:gd name="T46" fmla="*/ 1195 w 1300"/>
                <a:gd name="T47" fmla="*/ 7 h 183"/>
                <a:gd name="T48" fmla="*/ 954 w 1300"/>
                <a:gd name="T49" fmla="*/ 1 h 183"/>
                <a:gd name="T50" fmla="*/ 655 w 1300"/>
                <a:gd name="T51" fmla="*/ 0 h 183"/>
                <a:gd name="T52" fmla="*/ 316 w 1300"/>
                <a:gd name="T53" fmla="*/ 0 h 183"/>
                <a:gd name="T54" fmla="*/ 92 w 1300"/>
                <a:gd name="T55" fmla="*/ 8 h 183"/>
                <a:gd name="T56" fmla="*/ 46 w 1300"/>
                <a:gd name="T57" fmla="*/ 15 h 183"/>
                <a:gd name="T58" fmla="*/ 30 w 1300"/>
                <a:gd name="T59" fmla="*/ 22 h 183"/>
                <a:gd name="T60" fmla="*/ 25 w 1300"/>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00" h="183">
                  <a:moveTo>
                    <a:pt x="25" y="27"/>
                  </a:moveTo>
                  <a:lnTo>
                    <a:pt x="13" y="41"/>
                  </a:lnTo>
                  <a:lnTo>
                    <a:pt x="0" y="74"/>
                  </a:lnTo>
                  <a:lnTo>
                    <a:pt x="1" y="109"/>
                  </a:lnTo>
                  <a:lnTo>
                    <a:pt x="16" y="142"/>
                  </a:lnTo>
                  <a:lnTo>
                    <a:pt x="28" y="155"/>
                  </a:lnTo>
                  <a:lnTo>
                    <a:pt x="34" y="160"/>
                  </a:lnTo>
                  <a:lnTo>
                    <a:pt x="51" y="167"/>
                  </a:lnTo>
                  <a:lnTo>
                    <a:pt x="95" y="175"/>
                  </a:lnTo>
                  <a:lnTo>
                    <a:pt x="311" y="183"/>
                  </a:lnTo>
                  <a:lnTo>
                    <a:pt x="647" y="183"/>
                  </a:lnTo>
                  <a:lnTo>
                    <a:pt x="908" y="182"/>
                  </a:lnTo>
                  <a:lnTo>
                    <a:pt x="1162" y="176"/>
                  </a:lnTo>
                  <a:lnTo>
                    <a:pt x="1252" y="170"/>
                  </a:lnTo>
                  <a:lnTo>
                    <a:pt x="1267" y="167"/>
                  </a:lnTo>
                  <a:lnTo>
                    <a:pt x="1273" y="162"/>
                  </a:lnTo>
                  <a:lnTo>
                    <a:pt x="1284" y="149"/>
                  </a:lnTo>
                  <a:lnTo>
                    <a:pt x="1296" y="121"/>
                  </a:lnTo>
                  <a:lnTo>
                    <a:pt x="1300" y="76"/>
                  </a:lnTo>
                  <a:lnTo>
                    <a:pt x="1293" y="44"/>
                  </a:lnTo>
                  <a:lnTo>
                    <a:pt x="1284" y="27"/>
                  </a:lnTo>
                  <a:lnTo>
                    <a:pt x="1278" y="20"/>
                  </a:lnTo>
                  <a:lnTo>
                    <a:pt x="1268" y="15"/>
                  </a:lnTo>
                  <a:lnTo>
                    <a:pt x="1195" y="7"/>
                  </a:lnTo>
                  <a:lnTo>
                    <a:pt x="954" y="1"/>
                  </a:lnTo>
                  <a:lnTo>
                    <a:pt x="655" y="0"/>
                  </a:lnTo>
                  <a:lnTo>
                    <a:pt x="316" y="0"/>
                  </a:lnTo>
                  <a:lnTo>
                    <a:pt x="92" y="8"/>
                  </a:lnTo>
                  <a:lnTo>
                    <a:pt x="4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5" name="Freeform 197">
              <a:extLst>
                <a:ext uri="{FF2B5EF4-FFF2-40B4-BE49-F238E27FC236}">
                  <a16:creationId xmlns:a16="http://schemas.microsoft.com/office/drawing/2014/main" id="{3566A8D2-52D7-C292-2516-AABAA50B81D0}"/>
                </a:ext>
              </a:extLst>
            </p:cNvPr>
            <p:cNvSpPr>
              <a:spLocks noEditPoints="1"/>
            </p:cNvSpPr>
            <p:nvPr/>
          </p:nvSpPr>
          <p:spPr bwMode="auto">
            <a:xfrm>
              <a:off x="4235451" y="1384300"/>
              <a:ext cx="655638" cy="654050"/>
            </a:xfrm>
            <a:custGeom>
              <a:avLst/>
              <a:gdLst>
                <a:gd name="T0" fmla="*/ 1014 w 2790"/>
                <a:gd name="T1" fmla="*/ 47 h 2786"/>
                <a:gd name="T2" fmla="*/ 733 w 2790"/>
                <a:gd name="T3" fmla="*/ 165 h 2786"/>
                <a:gd name="T4" fmla="*/ 483 w 2790"/>
                <a:gd name="T5" fmla="*/ 335 h 2786"/>
                <a:gd name="T6" fmla="*/ 353 w 2790"/>
                <a:gd name="T7" fmla="*/ 464 h 2786"/>
                <a:gd name="T8" fmla="*/ 198 w 2790"/>
                <a:gd name="T9" fmla="*/ 675 h 2786"/>
                <a:gd name="T10" fmla="*/ 88 w 2790"/>
                <a:gd name="T11" fmla="*/ 904 h 2786"/>
                <a:gd name="T12" fmla="*/ 22 w 2790"/>
                <a:gd name="T13" fmla="*/ 1143 h 2786"/>
                <a:gd name="T14" fmla="*/ 0 w 2790"/>
                <a:gd name="T15" fmla="*/ 1387 h 2786"/>
                <a:gd name="T16" fmla="*/ 35 w 2790"/>
                <a:gd name="T17" fmla="*/ 1710 h 2786"/>
                <a:gd name="T18" fmla="*/ 110 w 2790"/>
                <a:gd name="T19" fmla="*/ 1942 h 2786"/>
                <a:gd name="T20" fmla="*/ 226 w 2790"/>
                <a:gd name="T21" fmla="*/ 2160 h 2786"/>
                <a:gd name="T22" fmla="*/ 381 w 2790"/>
                <a:gd name="T23" fmla="*/ 2356 h 2786"/>
                <a:gd name="T24" fmla="*/ 575 w 2790"/>
                <a:gd name="T25" fmla="*/ 2524 h 2786"/>
                <a:gd name="T26" fmla="*/ 766 w 2790"/>
                <a:gd name="T27" fmla="*/ 2639 h 2786"/>
                <a:gd name="T28" fmla="*/ 1026 w 2790"/>
                <a:gd name="T29" fmla="*/ 2743 h 2786"/>
                <a:gd name="T30" fmla="*/ 1293 w 2790"/>
                <a:gd name="T31" fmla="*/ 2784 h 2786"/>
                <a:gd name="T32" fmla="*/ 1631 w 2790"/>
                <a:gd name="T33" fmla="*/ 2774 h 2786"/>
                <a:gd name="T34" fmla="*/ 1821 w 2790"/>
                <a:gd name="T35" fmla="*/ 2728 h 2786"/>
                <a:gd name="T36" fmla="*/ 2079 w 2790"/>
                <a:gd name="T37" fmla="*/ 2615 h 2786"/>
                <a:gd name="T38" fmla="*/ 2307 w 2790"/>
                <a:gd name="T39" fmla="*/ 2455 h 2786"/>
                <a:gd name="T40" fmla="*/ 2498 w 2790"/>
                <a:gd name="T41" fmla="*/ 2254 h 2786"/>
                <a:gd name="T42" fmla="*/ 2649 w 2790"/>
                <a:gd name="T43" fmla="*/ 2014 h 2786"/>
                <a:gd name="T44" fmla="*/ 2741 w 2790"/>
                <a:gd name="T45" fmla="*/ 1789 h 2786"/>
                <a:gd name="T46" fmla="*/ 2783 w 2790"/>
                <a:gd name="T47" fmla="*/ 1554 h 2786"/>
                <a:gd name="T48" fmla="*/ 2774 w 2790"/>
                <a:gd name="T49" fmla="*/ 1150 h 2786"/>
                <a:gd name="T50" fmla="*/ 2729 w 2790"/>
                <a:gd name="T51" fmla="*/ 964 h 2786"/>
                <a:gd name="T52" fmla="*/ 2606 w 2790"/>
                <a:gd name="T53" fmla="*/ 689 h 2786"/>
                <a:gd name="T54" fmla="*/ 2420 w 2790"/>
                <a:gd name="T55" fmla="*/ 442 h 2786"/>
                <a:gd name="T56" fmla="*/ 2265 w 2790"/>
                <a:gd name="T57" fmla="*/ 298 h 2786"/>
                <a:gd name="T58" fmla="*/ 2005 w 2790"/>
                <a:gd name="T59" fmla="*/ 133 h 2786"/>
                <a:gd name="T60" fmla="*/ 1713 w 2790"/>
                <a:gd name="T61" fmla="*/ 31 h 2786"/>
                <a:gd name="T62" fmla="*/ 1477 w 2790"/>
                <a:gd name="T63" fmla="*/ 1 h 2786"/>
                <a:gd name="T64" fmla="*/ 1154 w 2790"/>
                <a:gd name="T65" fmla="*/ 14 h 2786"/>
                <a:gd name="T66" fmla="*/ 1794 w 2790"/>
                <a:gd name="T67" fmla="*/ 552 h 2786"/>
                <a:gd name="T68" fmla="*/ 2049 w 2790"/>
                <a:gd name="T69" fmla="*/ 737 h 2786"/>
                <a:gd name="T70" fmla="*/ 2206 w 2790"/>
                <a:gd name="T71" fmla="*/ 932 h 2786"/>
                <a:gd name="T72" fmla="*/ 2305 w 2790"/>
                <a:gd name="T73" fmla="*/ 1189 h 2786"/>
                <a:gd name="T74" fmla="*/ 2319 w 2790"/>
                <a:gd name="T75" fmla="*/ 1439 h 2786"/>
                <a:gd name="T76" fmla="*/ 2286 w 2790"/>
                <a:gd name="T77" fmla="*/ 1667 h 2786"/>
                <a:gd name="T78" fmla="*/ 2201 w 2790"/>
                <a:gd name="T79" fmla="*/ 1861 h 2786"/>
                <a:gd name="T80" fmla="*/ 2079 w 2790"/>
                <a:gd name="T81" fmla="*/ 2024 h 2786"/>
                <a:gd name="T82" fmla="*/ 1874 w 2790"/>
                <a:gd name="T83" fmla="*/ 2191 h 2786"/>
                <a:gd name="T84" fmla="*/ 1626 w 2790"/>
                <a:gd name="T85" fmla="*/ 2295 h 2786"/>
                <a:gd name="T86" fmla="*/ 1440 w 2790"/>
                <a:gd name="T87" fmla="*/ 2327 h 2786"/>
                <a:gd name="T88" fmla="*/ 1216 w 2790"/>
                <a:gd name="T89" fmla="*/ 2306 h 2786"/>
                <a:gd name="T90" fmla="*/ 917 w 2790"/>
                <a:gd name="T91" fmla="*/ 2188 h 2786"/>
                <a:gd name="T92" fmla="*/ 639 w 2790"/>
                <a:gd name="T93" fmla="*/ 1929 h 2786"/>
                <a:gd name="T94" fmla="*/ 499 w 2790"/>
                <a:gd name="T95" fmla="*/ 1641 h 2786"/>
                <a:gd name="T96" fmla="*/ 471 w 2790"/>
                <a:gd name="T97" fmla="*/ 1464 h 2786"/>
                <a:gd name="T98" fmla="*/ 492 w 2790"/>
                <a:gd name="T99" fmla="*/ 1180 h 2786"/>
                <a:gd name="T100" fmla="*/ 569 w 2790"/>
                <a:gd name="T101" fmla="*/ 978 h 2786"/>
                <a:gd name="T102" fmla="*/ 801 w 2790"/>
                <a:gd name="T103" fmla="*/ 684 h 2786"/>
                <a:gd name="T104" fmla="*/ 1120 w 2790"/>
                <a:gd name="T105" fmla="*/ 503 h 2786"/>
                <a:gd name="T106" fmla="*/ 1339 w 2790"/>
                <a:gd name="T107" fmla="*/ 467 h 2786"/>
                <a:gd name="T108" fmla="*/ 1616 w 2790"/>
                <a:gd name="T109" fmla="*/ 489 h 2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90" h="2786">
                  <a:moveTo>
                    <a:pt x="1154" y="14"/>
                  </a:moveTo>
                  <a:lnTo>
                    <a:pt x="1108" y="23"/>
                  </a:lnTo>
                  <a:lnTo>
                    <a:pt x="1014" y="47"/>
                  </a:lnTo>
                  <a:lnTo>
                    <a:pt x="920" y="79"/>
                  </a:lnTo>
                  <a:lnTo>
                    <a:pt x="825" y="119"/>
                  </a:lnTo>
                  <a:lnTo>
                    <a:pt x="733" y="165"/>
                  </a:lnTo>
                  <a:lnTo>
                    <a:pt x="644" y="217"/>
                  </a:lnTo>
                  <a:lnTo>
                    <a:pt x="560" y="274"/>
                  </a:lnTo>
                  <a:lnTo>
                    <a:pt x="483" y="335"/>
                  </a:lnTo>
                  <a:lnTo>
                    <a:pt x="447" y="367"/>
                  </a:lnTo>
                  <a:lnTo>
                    <a:pt x="414" y="399"/>
                  </a:lnTo>
                  <a:lnTo>
                    <a:pt x="353" y="464"/>
                  </a:lnTo>
                  <a:lnTo>
                    <a:pt x="296" y="532"/>
                  </a:lnTo>
                  <a:lnTo>
                    <a:pt x="244" y="603"/>
                  </a:lnTo>
                  <a:lnTo>
                    <a:pt x="198" y="675"/>
                  </a:lnTo>
                  <a:lnTo>
                    <a:pt x="156" y="750"/>
                  </a:lnTo>
                  <a:lnTo>
                    <a:pt x="120" y="826"/>
                  </a:lnTo>
                  <a:lnTo>
                    <a:pt x="88" y="904"/>
                  </a:lnTo>
                  <a:lnTo>
                    <a:pt x="61" y="982"/>
                  </a:lnTo>
                  <a:lnTo>
                    <a:pt x="39" y="1062"/>
                  </a:lnTo>
                  <a:lnTo>
                    <a:pt x="22" y="1143"/>
                  </a:lnTo>
                  <a:lnTo>
                    <a:pt x="10" y="1224"/>
                  </a:lnTo>
                  <a:lnTo>
                    <a:pt x="2" y="1305"/>
                  </a:lnTo>
                  <a:lnTo>
                    <a:pt x="0" y="1387"/>
                  </a:lnTo>
                  <a:lnTo>
                    <a:pt x="4" y="1509"/>
                  </a:lnTo>
                  <a:lnTo>
                    <a:pt x="19" y="1630"/>
                  </a:lnTo>
                  <a:lnTo>
                    <a:pt x="35" y="1710"/>
                  </a:lnTo>
                  <a:lnTo>
                    <a:pt x="56" y="1789"/>
                  </a:lnTo>
                  <a:lnTo>
                    <a:pt x="81" y="1866"/>
                  </a:lnTo>
                  <a:lnTo>
                    <a:pt x="110" y="1942"/>
                  </a:lnTo>
                  <a:lnTo>
                    <a:pt x="144" y="2017"/>
                  </a:lnTo>
                  <a:lnTo>
                    <a:pt x="183" y="2089"/>
                  </a:lnTo>
                  <a:lnTo>
                    <a:pt x="226" y="2160"/>
                  </a:lnTo>
                  <a:lnTo>
                    <a:pt x="273" y="2228"/>
                  </a:lnTo>
                  <a:lnTo>
                    <a:pt x="325" y="2293"/>
                  </a:lnTo>
                  <a:lnTo>
                    <a:pt x="381" y="2356"/>
                  </a:lnTo>
                  <a:lnTo>
                    <a:pt x="441" y="2415"/>
                  </a:lnTo>
                  <a:lnTo>
                    <a:pt x="506" y="2471"/>
                  </a:lnTo>
                  <a:lnTo>
                    <a:pt x="575" y="2524"/>
                  </a:lnTo>
                  <a:lnTo>
                    <a:pt x="648" y="2573"/>
                  </a:lnTo>
                  <a:lnTo>
                    <a:pt x="725" y="2618"/>
                  </a:lnTo>
                  <a:lnTo>
                    <a:pt x="766" y="2639"/>
                  </a:lnTo>
                  <a:lnTo>
                    <a:pt x="844" y="2677"/>
                  </a:lnTo>
                  <a:lnTo>
                    <a:pt x="954" y="2720"/>
                  </a:lnTo>
                  <a:lnTo>
                    <a:pt x="1026" y="2743"/>
                  </a:lnTo>
                  <a:lnTo>
                    <a:pt x="1099" y="2760"/>
                  </a:lnTo>
                  <a:lnTo>
                    <a:pt x="1174" y="2773"/>
                  </a:lnTo>
                  <a:lnTo>
                    <a:pt x="1293" y="2784"/>
                  </a:lnTo>
                  <a:lnTo>
                    <a:pt x="1382" y="2786"/>
                  </a:lnTo>
                  <a:lnTo>
                    <a:pt x="1468" y="2785"/>
                  </a:lnTo>
                  <a:lnTo>
                    <a:pt x="1631" y="2774"/>
                  </a:lnTo>
                  <a:lnTo>
                    <a:pt x="1682" y="2766"/>
                  </a:lnTo>
                  <a:lnTo>
                    <a:pt x="1729" y="2755"/>
                  </a:lnTo>
                  <a:lnTo>
                    <a:pt x="1821" y="2728"/>
                  </a:lnTo>
                  <a:lnTo>
                    <a:pt x="1911" y="2696"/>
                  </a:lnTo>
                  <a:lnTo>
                    <a:pt x="1997" y="2658"/>
                  </a:lnTo>
                  <a:lnTo>
                    <a:pt x="2079" y="2615"/>
                  </a:lnTo>
                  <a:lnTo>
                    <a:pt x="2159" y="2566"/>
                  </a:lnTo>
                  <a:lnTo>
                    <a:pt x="2235" y="2513"/>
                  </a:lnTo>
                  <a:lnTo>
                    <a:pt x="2307" y="2455"/>
                  </a:lnTo>
                  <a:lnTo>
                    <a:pt x="2375" y="2392"/>
                  </a:lnTo>
                  <a:lnTo>
                    <a:pt x="2438" y="2325"/>
                  </a:lnTo>
                  <a:lnTo>
                    <a:pt x="2498" y="2254"/>
                  </a:lnTo>
                  <a:lnTo>
                    <a:pt x="2553" y="2178"/>
                  </a:lnTo>
                  <a:lnTo>
                    <a:pt x="2604" y="2098"/>
                  </a:lnTo>
                  <a:lnTo>
                    <a:pt x="2649" y="2014"/>
                  </a:lnTo>
                  <a:lnTo>
                    <a:pt x="2690" y="1927"/>
                  </a:lnTo>
                  <a:lnTo>
                    <a:pt x="2725" y="1836"/>
                  </a:lnTo>
                  <a:lnTo>
                    <a:pt x="2741" y="1789"/>
                  </a:lnTo>
                  <a:lnTo>
                    <a:pt x="2750" y="1757"/>
                  </a:lnTo>
                  <a:lnTo>
                    <a:pt x="2766" y="1682"/>
                  </a:lnTo>
                  <a:lnTo>
                    <a:pt x="2783" y="1554"/>
                  </a:lnTo>
                  <a:lnTo>
                    <a:pt x="2790" y="1368"/>
                  </a:lnTo>
                  <a:lnTo>
                    <a:pt x="2784" y="1232"/>
                  </a:lnTo>
                  <a:lnTo>
                    <a:pt x="2774" y="1150"/>
                  </a:lnTo>
                  <a:lnTo>
                    <a:pt x="2767" y="1112"/>
                  </a:lnTo>
                  <a:lnTo>
                    <a:pt x="2756" y="1062"/>
                  </a:lnTo>
                  <a:lnTo>
                    <a:pt x="2729" y="964"/>
                  </a:lnTo>
                  <a:lnTo>
                    <a:pt x="2695" y="869"/>
                  </a:lnTo>
                  <a:lnTo>
                    <a:pt x="2654" y="778"/>
                  </a:lnTo>
                  <a:lnTo>
                    <a:pt x="2606" y="689"/>
                  </a:lnTo>
                  <a:lnTo>
                    <a:pt x="2551" y="604"/>
                  </a:lnTo>
                  <a:lnTo>
                    <a:pt x="2489" y="522"/>
                  </a:lnTo>
                  <a:lnTo>
                    <a:pt x="2420" y="442"/>
                  </a:lnTo>
                  <a:lnTo>
                    <a:pt x="2382" y="404"/>
                  </a:lnTo>
                  <a:lnTo>
                    <a:pt x="2344" y="367"/>
                  </a:lnTo>
                  <a:lnTo>
                    <a:pt x="2265" y="298"/>
                  </a:lnTo>
                  <a:lnTo>
                    <a:pt x="2182" y="236"/>
                  </a:lnTo>
                  <a:lnTo>
                    <a:pt x="2095" y="181"/>
                  </a:lnTo>
                  <a:lnTo>
                    <a:pt x="2005" y="133"/>
                  </a:lnTo>
                  <a:lnTo>
                    <a:pt x="1911" y="92"/>
                  </a:lnTo>
                  <a:lnTo>
                    <a:pt x="1813" y="58"/>
                  </a:lnTo>
                  <a:lnTo>
                    <a:pt x="1713" y="31"/>
                  </a:lnTo>
                  <a:lnTo>
                    <a:pt x="1661" y="21"/>
                  </a:lnTo>
                  <a:lnTo>
                    <a:pt x="1608" y="12"/>
                  </a:lnTo>
                  <a:lnTo>
                    <a:pt x="1477" y="1"/>
                  </a:lnTo>
                  <a:lnTo>
                    <a:pt x="1336" y="0"/>
                  </a:lnTo>
                  <a:lnTo>
                    <a:pt x="1206" y="7"/>
                  </a:lnTo>
                  <a:lnTo>
                    <a:pt x="1154" y="14"/>
                  </a:lnTo>
                  <a:close/>
                  <a:moveTo>
                    <a:pt x="1616" y="489"/>
                  </a:moveTo>
                  <a:lnTo>
                    <a:pt x="1679" y="506"/>
                  </a:lnTo>
                  <a:lnTo>
                    <a:pt x="1794" y="552"/>
                  </a:lnTo>
                  <a:lnTo>
                    <a:pt x="1900" y="613"/>
                  </a:lnTo>
                  <a:lnTo>
                    <a:pt x="2000" y="691"/>
                  </a:lnTo>
                  <a:lnTo>
                    <a:pt x="2049" y="737"/>
                  </a:lnTo>
                  <a:lnTo>
                    <a:pt x="2086" y="776"/>
                  </a:lnTo>
                  <a:lnTo>
                    <a:pt x="2152" y="853"/>
                  </a:lnTo>
                  <a:lnTo>
                    <a:pt x="2206" y="932"/>
                  </a:lnTo>
                  <a:lnTo>
                    <a:pt x="2249" y="1014"/>
                  </a:lnTo>
                  <a:lnTo>
                    <a:pt x="2282" y="1099"/>
                  </a:lnTo>
                  <a:lnTo>
                    <a:pt x="2305" y="1189"/>
                  </a:lnTo>
                  <a:lnTo>
                    <a:pt x="2318" y="1284"/>
                  </a:lnTo>
                  <a:lnTo>
                    <a:pt x="2321" y="1385"/>
                  </a:lnTo>
                  <a:lnTo>
                    <a:pt x="2319" y="1439"/>
                  </a:lnTo>
                  <a:lnTo>
                    <a:pt x="2314" y="1512"/>
                  </a:lnTo>
                  <a:lnTo>
                    <a:pt x="2300" y="1608"/>
                  </a:lnTo>
                  <a:lnTo>
                    <a:pt x="2286" y="1667"/>
                  </a:lnTo>
                  <a:lnTo>
                    <a:pt x="2268" y="1724"/>
                  </a:lnTo>
                  <a:lnTo>
                    <a:pt x="2245" y="1779"/>
                  </a:lnTo>
                  <a:lnTo>
                    <a:pt x="2201" y="1861"/>
                  </a:lnTo>
                  <a:lnTo>
                    <a:pt x="2162" y="1919"/>
                  </a:lnTo>
                  <a:lnTo>
                    <a:pt x="2136" y="1956"/>
                  </a:lnTo>
                  <a:lnTo>
                    <a:pt x="2079" y="2024"/>
                  </a:lnTo>
                  <a:lnTo>
                    <a:pt x="2017" y="2086"/>
                  </a:lnTo>
                  <a:lnTo>
                    <a:pt x="1948" y="2142"/>
                  </a:lnTo>
                  <a:lnTo>
                    <a:pt x="1874" y="2191"/>
                  </a:lnTo>
                  <a:lnTo>
                    <a:pt x="1796" y="2233"/>
                  </a:lnTo>
                  <a:lnTo>
                    <a:pt x="1713" y="2268"/>
                  </a:lnTo>
                  <a:lnTo>
                    <a:pt x="1626" y="2295"/>
                  </a:lnTo>
                  <a:lnTo>
                    <a:pt x="1581" y="2306"/>
                  </a:lnTo>
                  <a:lnTo>
                    <a:pt x="1529" y="2316"/>
                  </a:lnTo>
                  <a:lnTo>
                    <a:pt x="1440" y="2327"/>
                  </a:lnTo>
                  <a:lnTo>
                    <a:pt x="1358" y="2327"/>
                  </a:lnTo>
                  <a:lnTo>
                    <a:pt x="1268" y="2316"/>
                  </a:lnTo>
                  <a:lnTo>
                    <a:pt x="1216" y="2306"/>
                  </a:lnTo>
                  <a:lnTo>
                    <a:pt x="1152" y="2291"/>
                  </a:lnTo>
                  <a:lnTo>
                    <a:pt x="1031" y="2247"/>
                  </a:lnTo>
                  <a:lnTo>
                    <a:pt x="917" y="2188"/>
                  </a:lnTo>
                  <a:lnTo>
                    <a:pt x="813" y="2114"/>
                  </a:lnTo>
                  <a:lnTo>
                    <a:pt x="720" y="2028"/>
                  </a:lnTo>
                  <a:lnTo>
                    <a:pt x="639" y="1929"/>
                  </a:lnTo>
                  <a:lnTo>
                    <a:pt x="571" y="1821"/>
                  </a:lnTo>
                  <a:lnTo>
                    <a:pt x="519" y="1703"/>
                  </a:lnTo>
                  <a:lnTo>
                    <a:pt x="499" y="1641"/>
                  </a:lnTo>
                  <a:lnTo>
                    <a:pt x="492" y="1616"/>
                  </a:lnTo>
                  <a:lnTo>
                    <a:pt x="481" y="1559"/>
                  </a:lnTo>
                  <a:lnTo>
                    <a:pt x="471" y="1464"/>
                  </a:lnTo>
                  <a:lnTo>
                    <a:pt x="471" y="1331"/>
                  </a:lnTo>
                  <a:lnTo>
                    <a:pt x="481" y="1237"/>
                  </a:lnTo>
                  <a:lnTo>
                    <a:pt x="492" y="1180"/>
                  </a:lnTo>
                  <a:lnTo>
                    <a:pt x="499" y="1156"/>
                  </a:lnTo>
                  <a:lnTo>
                    <a:pt x="518" y="1095"/>
                  </a:lnTo>
                  <a:lnTo>
                    <a:pt x="569" y="978"/>
                  </a:lnTo>
                  <a:lnTo>
                    <a:pt x="635" y="870"/>
                  </a:lnTo>
                  <a:lnTo>
                    <a:pt x="712" y="772"/>
                  </a:lnTo>
                  <a:lnTo>
                    <a:pt x="801" y="684"/>
                  </a:lnTo>
                  <a:lnTo>
                    <a:pt x="900" y="610"/>
                  </a:lnTo>
                  <a:lnTo>
                    <a:pt x="1007" y="549"/>
                  </a:lnTo>
                  <a:lnTo>
                    <a:pt x="1120" y="503"/>
                  </a:lnTo>
                  <a:lnTo>
                    <a:pt x="1179" y="487"/>
                  </a:lnTo>
                  <a:lnTo>
                    <a:pt x="1226" y="478"/>
                  </a:lnTo>
                  <a:lnTo>
                    <a:pt x="1339" y="467"/>
                  </a:lnTo>
                  <a:lnTo>
                    <a:pt x="1458" y="467"/>
                  </a:lnTo>
                  <a:lnTo>
                    <a:pt x="1569" y="479"/>
                  </a:lnTo>
                  <a:lnTo>
                    <a:pt x="1616" y="4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6" name="Freeform 198">
              <a:extLst>
                <a:ext uri="{FF2B5EF4-FFF2-40B4-BE49-F238E27FC236}">
                  <a16:creationId xmlns:a16="http://schemas.microsoft.com/office/drawing/2014/main" id="{DBE178A9-B74D-21AF-7608-7CC13D418303}"/>
                </a:ext>
              </a:extLst>
            </p:cNvPr>
            <p:cNvSpPr>
              <a:spLocks/>
            </p:cNvSpPr>
            <p:nvPr/>
          </p:nvSpPr>
          <p:spPr bwMode="auto">
            <a:xfrm>
              <a:off x="4389438" y="1536700"/>
              <a:ext cx="292100" cy="288925"/>
            </a:xfrm>
            <a:custGeom>
              <a:avLst/>
              <a:gdLst>
                <a:gd name="T0" fmla="*/ 553 w 1240"/>
                <a:gd name="T1" fmla="*/ 21 h 1230"/>
                <a:gd name="T2" fmla="*/ 513 w 1240"/>
                <a:gd name="T3" fmla="*/ 33 h 1230"/>
                <a:gd name="T4" fmla="*/ 437 w 1240"/>
                <a:gd name="T5" fmla="*/ 64 h 1230"/>
                <a:gd name="T6" fmla="*/ 365 w 1240"/>
                <a:gd name="T7" fmla="*/ 101 h 1230"/>
                <a:gd name="T8" fmla="*/ 299 w 1240"/>
                <a:gd name="T9" fmla="*/ 146 h 1230"/>
                <a:gd name="T10" fmla="*/ 238 w 1240"/>
                <a:gd name="T11" fmla="*/ 198 h 1230"/>
                <a:gd name="T12" fmla="*/ 182 w 1240"/>
                <a:gd name="T13" fmla="*/ 256 h 1230"/>
                <a:gd name="T14" fmla="*/ 133 w 1240"/>
                <a:gd name="T15" fmla="*/ 320 h 1230"/>
                <a:gd name="T16" fmla="*/ 90 w 1240"/>
                <a:gd name="T17" fmla="*/ 391 h 1230"/>
                <a:gd name="T18" fmla="*/ 71 w 1240"/>
                <a:gd name="T19" fmla="*/ 428 h 1230"/>
                <a:gd name="T20" fmla="*/ 57 w 1240"/>
                <a:gd name="T21" fmla="*/ 459 h 1230"/>
                <a:gd name="T22" fmla="*/ 34 w 1240"/>
                <a:gd name="T23" fmla="*/ 523 h 1230"/>
                <a:gd name="T24" fmla="*/ 16 w 1240"/>
                <a:gd name="T25" fmla="*/ 588 h 1230"/>
                <a:gd name="T26" fmla="*/ 5 w 1240"/>
                <a:gd name="T27" fmla="*/ 655 h 1230"/>
                <a:gd name="T28" fmla="*/ 0 w 1240"/>
                <a:gd name="T29" fmla="*/ 722 h 1230"/>
                <a:gd name="T30" fmla="*/ 1 w 1240"/>
                <a:gd name="T31" fmla="*/ 790 h 1230"/>
                <a:gd name="T32" fmla="*/ 8 w 1240"/>
                <a:gd name="T33" fmla="*/ 858 h 1230"/>
                <a:gd name="T34" fmla="*/ 22 w 1240"/>
                <a:gd name="T35" fmla="*/ 925 h 1230"/>
                <a:gd name="T36" fmla="*/ 31 w 1240"/>
                <a:gd name="T37" fmla="*/ 958 h 1230"/>
                <a:gd name="T38" fmla="*/ 46 w 1240"/>
                <a:gd name="T39" fmla="*/ 1001 h 1230"/>
                <a:gd name="T40" fmla="*/ 86 w 1240"/>
                <a:gd name="T41" fmla="*/ 1093 h 1230"/>
                <a:gd name="T42" fmla="*/ 131 w 1240"/>
                <a:gd name="T43" fmla="*/ 1174 h 1230"/>
                <a:gd name="T44" fmla="*/ 159 w 1240"/>
                <a:gd name="T45" fmla="*/ 1214 h 1230"/>
                <a:gd name="T46" fmla="*/ 174 w 1240"/>
                <a:gd name="T47" fmla="*/ 1228 h 1230"/>
                <a:gd name="T48" fmla="*/ 180 w 1240"/>
                <a:gd name="T49" fmla="*/ 1230 h 1230"/>
                <a:gd name="T50" fmla="*/ 215 w 1240"/>
                <a:gd name="T51" fmla="*/ 1200 h 1230"/>
                <a:gd name="T52" fmla="*/ 506 w 1240"/>
                <a:gd name="T53" fmla="*/ 916 h 1230"/>
                <a:gd name="T54" fmla="*/ 716 w 1240"/>
                <a:gd name="T55" fmla="*/ 706 h 1230"/>
                <a:gd name="T56" fmla="*/ 1240 w 1240"/>
                <a:gd name="T57" fmla="*/ 183 h 1230"/>
                <a:gd name="T58" fmla="*/ 1168 w 1240"/>
                <a:gd name="T59" fmla="*/ 131 h 1230"/>
                <a:gd name="T60" fmla="*/ 1137 w 1240"/>
                <a:gd name="T61" fmla="*/ 110 h 1230"/>
                <a:gd name="T62" fmla="*/ 1068 w 1240"/>
                <a:gd name="T63" fmla="*/ 74 h 1230"/>
                <a:gd name="T64" fmla="*/ 993 w 1240"/>
                <a:gd name="T65" fmla="*/ 44 h 1230"/>
                <a:gd name="T66" fmla="*/ 913 w 1240"/>
                <a:gd name="T67" fmla="*/ 21 h 1230"/>
                <a:gd name="T68" fmla="*/ 830 w 1240"/>
                <a:gd name="T69" fmla="*/ 6 h 1230"/>
                <a:gd name="T70" fmla="*/ 748 w 1240"/>
                <a:gd name="T71" fmla="*/ 0 h 1230"/>
                <a:gd name="T72" fmla="*/ 666 w 1240"/>
                <a:gd name="T73" fmla="*/ 1 h 1230"/>
                <a:gd name="T74" fmla="*/ 589 w 1240"/>
                <a:gd name="T75" fmla="*/ 12 h 1230"/>
                <a:gd name="T76" fmla="*/ 553 w 1240"/>
                <a:gd name="T77" fmla="*/ 21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40" h="1230">
                  <a:moveTo>
                    <a:pt x="553" y="21"/>
                  </a:moveTo>
                  <a:lnTo>
                    <a:pt x="513" y="33"/>
                  </a:lnTo>
                  <a:lnTo>
                    <a:pt x="437" y="64"/>
                  </a:lnTo>
                  <a:lnTo>
                    <a:pt x="365" y="101"/>
                  </a:lnTo>
                  <a:lnTo>
                    <a:pt x="299" y="146"/>
                  </a:lnTo>
                  <a:lnTo>
                    <a:pt x="238" y="198"/>
                  </a:lnTo>
                  <a:lnTo>
                    <a:pt x="182" y="256"/>
                  </a:lnTo>
                  <a:lnTo>
                    <a:pt x="133" y="320"/>
                  </a:lnTo>
                  <a:lnTo>
                    <a:pt x="90" y="391"/>
                  </a:lnTo>
                  <a:lnTo>
                    <a:pt x="71" y="428"/>
                  </a:lnTo>
                  <a:lnTo>
                    <a:pt x="57" y="459"/>
                  </a:lnTo>
                  <a:lnTo>
                    <a:pt x="34" y="523"/>
                  </a:lnTo>
                  <a:lnTo>
                    <a:pt x="16" y="588"/>
                  </a:lnTo>
                  <a:lnTo>
                    <a:pt x="5" y="655"/>
                  </a:lnTo>
                  <a:lnTo>
                    <a:pt x="0" y="722"/>
                  </a:lnTo>
                  <a:lnTo>
                    <a:pt x="1" y="790"/>
                  </a:lnTo>
                  <a:lnTo>
                    <a:pt x="8" y="858"/>
                  </a:lnTo>
                  <a:lnTo>
                    <a:pt x="22" y="925"/>
                  </a:lnTo>
                  <a:lnTo>
                    <a:pt x="31" y="958"/>
                  </a:lnTo>
                  <a:lnTo>
                    <a:pt x="46" y="1001"/>
                  </a:lnTo>
                  <a:lnTo>
                    <a:pt x="86" y="1093"/>
                  </a:lnTo>
                  <a:lnTo>
                    <a:pt x="131" y="1174"/>
                  </a:lnTo>
                  <a:lnTo>
                    <a:pt x="159" y="1214"/>
                  </a:lnTo>
                  <a:lnTo>
                    <a:pt x="174" y="1228"/>
                  </a:lnTo>
                  <a:lnTo>
                    <a:pt x="180" y="1230"/>
                  </a:lnTo>
                  <a:lnTo>
                    <a:pt x="215" y="1200"/>
                  </a:lnTo>
                  <a:lnTo>
                    <a:pt x="506" y="916"/>
                  </a:lnTo>
                  <a:lnTo>
                    <a:pt x="716" y="706"/>
                  </a:lnTo>
                  <a:lnTo>
                    <a:pt x="1240" y="183"/>
                  </a:lnTo>
                  <a:lnTo>
                    <a:pt x="1168" y="131"/>
                  </a:lnTo>
                  <a:lnTo>
                    <a:pt x="1137" y="110"/>
                  </a:lnTo>
                  <a:lnTo>
                    <a:pt x="1068" y="74"/>
                  </a:lnTo>
                  <a:lnTo>
                    <a:pt x="993" y="44"/>
                  </a:lnTo>
                  <a:lnTo>
                    <a:pt x="913" y="21"/>
                  </a:lnTo>
                  <a:lnTo>
                    <a:pt x="830" y="6"/>
                  </a:lnTo>
                  <a:lnTo>
                    <a:pt x="748" y="0"/>
                  </a:lnTo>
                  <a:lnTo>
                    <a:pt x="666" y="1"/>
                  </a:lnTo>
                  <a:lnTo>
                    <a:pt x="589" y="12"/>
                  </a:lnTo>
                  <a:lnTo>
                    <a:pt x="553"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7" name="Freeform 199">
              <a:extLst>
                <a:ext uri="{FF2B5EF4-FFF2-40B4-BE49-F238E27FC236}">
                  <a16:creationId xmlns:a16="http://schemas.microsoft.com/office/drawing/2014/main" id="{FB7C3BD4-4663-09DD-5B0F-A7E9D654D139}"/>
                </a:ext>
              </a:extLst>
            </p:cNvPr>
            <p:cNvSpPr>
              <a:spLocks/>
            </p:cNvSpPr>
            <p:nvPr/>
          </p:nvSpPr>
          <p:spPr bwMode="auto">
            <a:xfrm>
              <a:off x="4448176" y="1598613"/>
              <a:ext cx="290513" cy="287338"/>
            </a:xfrm>
            <a:custGeom>
              <a:avLst/>
              <a:gdLst>
                <a:gd name="T0" fmla="*/ 522 w 1234"/>
                <a:gd name="T1" fmla="*/ 523 h 1221"/>
                <a:gd name="T2" fmla="*/ 0 w 1234"/>
                <a:gd name="T3" fmla="*/ 1045 h 1221"/>
                <a:gd name="T4" fmla="*/ 50 w 1234"/>
                <a:gd name="T5" fmla="*/ 1082 h 1221"/>
                <a:gd name="T6" fmla="*/ 84 w 1234"/>
                <a:gd name="T7" fmla="*/ 1105 h 1221"/>
                <a:gd name="T8" fmla="*/ 155 w 1234"/>
                <a:gd name="T9" fmla="*/ 1145 h 1221"/>
                <a:gd name="T10" fmla="*/ 228 w 1234"/>
                <a:gd name="T11" fmla="*/ 1176 h 1221"/>
                <a:gd name="T12" fmla="*/ 303 w 1234"/>
                <a:gd name="T13" fmla="*/ 1199 h 1221"/>
                <a:gd name="T14" fmla="*/ 379 w 1234"/>
                <a:gd name="T15" fmla="*/ 1214 h 1221"/>
                <a:gd name="T16" fmla="*/ 456 w 1234"/>
                <a:gd name="T17" fmla="*/ 1221 h 1221"/>
                <a:gd name="T18" fmla="*/ 533 w 1234"/>
                <a:gd name="T19" fmla="*/ 1220 h 1221"/>
                <a:gd name="T20" fmla="*/ 609 w 1234"/>
                <a:gd name="T21" fmla="*/ 1212 h 1221"/>
                <a:gd name="T22" fmla="*/ 684 w 1234"/>
                <a:gd name="T23" fmla="*/ 1196 h 1221"/>
                <a:gd name="T24" fmla="*/ 758 w 1234"/>
                <a:gd name="T25" fmla="*/ 1173 h 1221"/>
                <a:gd name="T26" fmla="*/ 828 w 1234"/>
                <a:gd name="T27" fmla="*/ 1142 h 1221"/>
                <a:gd name="T28" fmla="*/ 895 w 1234"/>
                <a:gd name="T29" fmla="*/ 1104 h 1221"/>
                <a:gd name="T30" fmla="*/ 959 w 1234"/>
                <a:gd name="T31" fmla="*/ 1060 h 1221"/>
                <a:gd name="T32" fmla="*/ 1018 w 1234"/>
                <a:gd name="T33" fmla="*/ 1008 h 1221"/>
                <a:gd name="T34" fmla="*/ 1072 w 1234"/>
                <a:gd name="T35" fmla="*/ 950 h 1221"/>
                <a:gd name="T36" fmla="*/ 1120 w 1234"/>
                <a:gd name="T37" fmla="*/ 885 h 1221"/>
                <a:gd name="T38" fmla="*/ 1142 w 1234"/>
                <a:gd name="T39" fmla="*/ 850 h 1221"/>
                <a:gd name="T40" fmla="*/ 1159 w 1234"/>
                <a:gd name="T41" fmla="*/ 819 h 1221"/>
                <a:gd name="T42" fmla="*/ 1188 w 1234"/>
                <a:gd name="T43" fmla="*/ 752 h 1221"/>
                <a:gd name="T44" fmla="*/ 1210 w 1234"/>
                <a:gd name="T45" fmla="*/ 680 h 1221"/>
                <a:gd name="T46" fmla="*/ 1225 w 1234"/>
                <a:gd name="T47" fmla="*/ 605 h 1221"/>
                <a:gd name="T48" fmla="*/ 1233 w 1234"/>
                <a:gd name="T49" fmla="*/ 528 h 1221"/>
                <a:gd name="T50" fmla="*/ 1234 w 1234"/>
                <a:gd name="T51" fmla="*/ 450 h 1221"/>
                <a:gd name="T52" fmla="*/ 1228 w 1234"/>
                <a:gd name="T53" fmla="*/ 374 h 1221"/>
                <a:gd name="T54" fmla="*/ 1214 w 1234"/>
                <a:gd name="T55" fmla="*/ 300 h 1221"/>
                <a:gd name="T56" fmla="*/ 1203 w 1234"/>
                <a:gd name="T57" fmla="*/ 265 h 1221"/>
                <a:gd name="T58" fmla="*/ 1190 w 1234"/>
                <a:gd name="T59" fmla="*/ 224 h 1221"/>
                <a:gd name="T60" fmla="*/ 1150 w 1234"/>
                <a:gd name="T61" fmla="*/ 135 h 1221"/>
                <a:gd name="T62" fmla="*/ 1107 w 1234"/>
                <a:gd name="T63" fmla="*/ 55 h 1221"/>
                <a:gd name="T64" fmla="*/ 1078 w 1234"/>
                <a:gd name="T65" fmla="*/ 15 h 1221"/>
                <a:gd name="T66" fmla="*/ 1064 w 1234"/>
                <a:gd name="T67" fmla="*/ 1 h 1221"/>
                <a:gd name="T68" fmla="*/ 1058 w 1234"/>
                <a:gd name="T69" fmla="*/ 0 h 1221"/>
                <a:gd name="T70" fmla="*/ 1023 w 1234"/>
                <a:gd name="T71" fmla="*/ 29 h 1221"/>
                <a:gd name="T72" fmla="*/ 732 w 1234"/>
                <a:gd name="T73" fmla="*/ 314 h 1221"/>
                <a:gd name="T74" fmla="*/ 522 w 1234"/>
                <a:gd name="T75" fmla="*/ 523 h 1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4" h="1221">
                  <a:moveTo>
                    <a:pt x="522" y="523"/>
                  </a:moveTo>
                  <a:lnTo>
                    <a:pt x="0" y="1045"/>
                  </a:lnTo>
                  <a:lnTo>
                    <a:pt x="50" y="1082"/>
                  </a:lnTo>
                  <a:lnTo>
                    <a:pt x="84" y="1105"/>
                  </a:lnTo>
                  <a:lnTo>
                    <a:pt x="155" y="1145"/>
                  </a:lnTo>
                  <a:lnTo>
                    <a:pt x="228" y="1176"/>
                  </a:lnTo>
                  <a:lnTo>
                    <a:pt x="303" y="1199"/>
                  </a:lnTo>
                  <a:lnTo>
                    <a:pt x="379" y="1214"/>
                  </a:lnTo>
                  <a:lnTo>
                    <a:pt x="456" y="1221"/>
                  </a:lnTo>
                  <a:lnTo>
                    <a:pt x="533" y="1220"/>
                  </a:lnTo>
                  <a:lnTo>
                    <a:pt x="609" y="1212"/>
                  </a:lnTo>
                  <a:lnTo>
                    <a:pt x="684" y="1196"/>
                  </a:lnTo>
                  <a:lnTo>
                    <a:pt x="758" y="1173"/>
                  </a:lnTo>
                  <a:lnTo>
                    <a:pt x="828" y="1142"/>
                  </a:lnTo>
                  <a:lnTo>
                    <a:pt x="895" y="1104"/>
                  </a:lnTo>
                  <a:lnTo>
                    <a:pt x="959" y="1060"/>
                  </a:lnTo>
                  <a:lnTo>
                    <a:pt x="1018" y="1008"/>
                  </a:lnTo>
                  <a:lnTo>
                    <a:pt x="1072" y="950"/>
                  </a:lnTo>
                  <a:lnTo>
                    <a:pt x="1120" y="885"/>
                  </a:lnTo>
                  <a:lnTo>
                    <a:pt x="1142" y="850"/>
                  </a:lnTo>
                  <a:lnTo>
                    <a:pt x="1159" y="819"/>
                  </a:lnTo>
                  <a:lnTo>
                    <a:pt x="1188" y="752"/>
                  </a:lnTo>
                  <a:lnTo>
                    <a:pt x="1210" y="680"/>
                  </a:lnTo>
                  <a:lnTo>
                    <a:pt x="1225" y="605"/>
                  </a:lnTo>
                  <a:lnTo>
                    <a:pt x="1233" y="528"/>
                  </a:lnTo>
                  <a:lnTo>
                    <a:pt x="1234" y="450"/>
                  </a:lnTo>
                  <a:lnTo>
                    <a:pt x="1228" y="374"/>
                  </a:lnTo>
                  <a:lnTo>
                    <a:pt x="1214" y="300"/>
                  </a:lnTo>
                  <a:lnTo>
                    <a:pt x="1203" y="265"/>
                  </a:lnTo>
                  <a:lnTo>
                    <a:pt x="1190" y="224"/>
                  </a:lnTo>
                  <a:lnTo>
                    <a:pt x="1150" y="135"/>
                  </a:lnTo>
                  <a:lnTo>
                    <a:pt x="1107" y="55"/>
                  </a:lnTo>
                  <a:lnTo>
                    <a:pt x="1078" y="15"/>
                  </a:lnTo>
                  <a:lnTo>
                    <a:pt x="1064" y="1"/>
                  </a:lnTo>
                  <a:lnTo>
                    <a:pt x="1058" y="0"/>
                  </a:lnTo>
                  <a:lnTo>
                    <a:pt x="1023" y="29"/>
                  </a:lnTo>
                  <a:lnTo>
                    <a:pt x="732" y="314"/>
                  </a:lnTo>
                  <a:lnTo>
                    <a:pt x="522" y="5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8" name="Freeform 200">
              <a:extLst>
                <a:ext uri="{FF2B5EF4-FFF2-40B4-BE49-F238E27FC236}">
                  <a16:creationId xmlns:a16="http://schemas.microsoft.com/office/drawing/2014/main" id="{BFD9A124-8A67-3AB6-FE0C-96FA596BBA02}"/>
                </a:ext>
              </a:extLst>
            </p:cNvPr>
            <p:cNvSpPr>
              <a:spLocks/>
            </p:cNvSpPr>
            <p:nvPr/>
          </p:nvSpPr>
          <p:spPr bwMode="auto">
            <a:xfrm>
              <a:off x="3543301" y="1558925"/>
              <a:ext cx="219075" cy="44450"/>
            </a:xfrm>
            <a:custGeom>
              <a:avLst/>
              <a:gdLst>
                <a:gd name="T0" fmla="*/ 16 w 932"/>
                <a:gd name="T1" fmla="*/ 32 h 184"/>
                <a:gd name="T2" fmla="*/ 7 w 932"/>
                <a:gd name="T3" fmla="*/ 51 h 184"/>
                <a:gd name="T4" fmla="*/ 0 w 932"/>
                <a:gd name="T5" fmla="*/ 87 h 184"/>
                <a:gd name="T6" fmla="*/ 5 w 932"/>
                <a:gd name="T7" fmla="*/ 120 h 184"/>
                <a:gd name="T8" fmla="*/ 22 w 932"/>
                <a:gd name="T9" fmla="*/ 146 h 184"/>
                <a:gd name="T10" fmla="*/ 36 w 932"/>
                <a:gd name="T11" fmla="*/ 157 h 184"/>
                <a:gd name="T12" fmla="*/ 49 w 932"/>
                <a:gd name="T13" fmla="*/ 165 h 184"/>
                <a:gd name="T14" fmla="*/ 98 w 932"/>
                <a:gd name="T15" fmla="*/ 175 h 184"/>
                <a:gd name="T16" fmla="*/ 252 w 932"/>
                <a:gd name="T17" fmla="*/ 183 h 184"/>
                <a:gd name="T18" fmla="*/ 466 w 932"/>
                <a:gd name="T19" fmla="*/ 184 h 184"/>
                <a:gd name="T20" fmla="*/ 680 w 932"/>
                <a:gd name="T21" fmla="*/ 183 h 184"/>
                <a:gd name="T22" fmla="*/ 834 w 932"/>
                <a:gd name="T23" fmla="*/ 175 h 184"/>
                <a:gd name="T24" fmla="*/ 883 w 932"/>
                <a:gd name="T25" fmla="*/ 165 h 184"/>
                <a:gd name="T26" fmla="*/ 896 w 932"/>
                <a:gd name="T27" fmla="*/ 157 h 184"/>
                <a:gd name="T28" fmla="*/ 910 w 932"/>
                <a:gd name="T29" fmla="*/ 146 h 184"/>
                <a:gd name="T30" fmla="*/ 927 w 932"/>
                <a:gd name="T31" fmla="*/ 120 h 184"/>
                <a:gd name="T32" fmla="*/ 932 w 932"/>
                <a:gd name="T33" fmla="*/ 87 h 184"/>
                <a:gd name="T34" fmla="*/ 925 w 932"/>
                <a:gd name="T35" fmla="*/ 51 h 184"/>
                <a:gd name="T36" fmla="*/ 916 w 932"/>
                <a:gd name="T37" fmla="*/ 32 h 184"/>
                <a:gd name="T38" fmla="*/ 913 w 932"/>
                <a:gd name="T39" fmla="*/ 27 h 184"/>
                <a:gd name="T40" fmla="*/ 904 w 932"/>
                <a:gd name="T41" fmla="*/ 18 h 184"/>
                <a:gd name="T42" fmla="*/ 877 w 932"/>
                <a:gd name="T43" fmla="*/ 9 h 184"/>
                <a:gd name="T44" fmla="*/ 725 w 932"/>
                <a:gd name="T45" fmla="*/ 1 h 184"/>
                <a:gd name="T46" fmla="*/ 466 w 932"/>
                <a:gd name="T47" fmla="*/ 0 h 184"/>
                <a:gd name="T48" fmla="*/ 207 w 932"/>
                <a:gd name="T49" fmla="*/ 1 h 184"/>
                <a:gd name="T50" fmla="*/ 55 w 932"/>
                <a:gd name="T51" fmla="*/ 9 h 184"/>
                <a:gd name="T52" fmla="*/ 28 w 932"/>
                <a:gd name="T53" fmla="*/ 18 h 184"/>
                <a:gd name="T54" fmla="*/ 19 w 932"/>
                <a:gd name="T55" fmla="*/ 27 h 184"/>
                <a:gd name="T56" fmla="*/ 16 w 932"/>
                <a:gd name="T57"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32" h="184">
                  <a:moveTo>
                    <a:pt x="16" y="32"/>
                  </a:moveTo>
                  <a:lnTo>
                    <a:pt x="7" y="51"/>
                  </a:lnTo>
                  <a:lnTo>
                    <a:pt x="0" y="87"/>
                  </a:lnTo>
                  <a:lnTo>
                    <a:pt x="5" y="120"/>
                  </a:lnTo>
                  <a:lnTo>
                    <a:pt x="22" y="146"/>
                  </a:lnTo>
                  <a:lnTo>
                    <a:pt x="36" y="157"/>
                  </a:lnTo>
                  <a:lnTo>
                    <a:pt x="49" y="165"/>
                  </a:lnTo>
                  <a:lnTo>
                    <a:pt x="98" y="175"/>
                  </a:lnTo>
                  <a:lnTo>
                    <a:pt x="252" y="183"/>
                  </a:lnTo>
                  <a:lnTo>
                    <a:pt x="466" y="184"/>
                  </a:lnTo>
                  <a:lnTo>
                    <a:pt x="680" y="183"/>
                  </a:lnTo>
                  <a:lnTo>
                    <a:pt x="834" y="175"/>
                  </a:lnTo>
                  <a:lnTo>
                    <a:pt x="883" y="165"/>
                  </a:lnTo>
                  <a:lnTo>
                    <a:pt x="896" y="157"/>
                  </a:lnTo>
                  <a:lnTo>
                    <a:pt x="910" y="146"/>
                  </a:lnTo>
                  <a:lnTo>
                    <a:pt x="927" y="120"/>
                  </a:lnTo>
                  <a:lnTo>
                    <a:pt x="932" y="87"/>
                  </a:lnTo>
                  <a:lnTo>
                    <a:pt x="925" y="51"/>
                  </a:lnTo>
                  <a:lnTo>
                    <a:pt x="916" y="32"/>
                  </a:lnTo>
                  <a:lnTo>
                    <a:pt x="913" y="27"/>
                  </a:lnTo>
                  <a:lnTo>
                    <a:pt x="904" y="18"/>
                  </a:lnTo>
                  <a:lnTo>
                    <a:pt x="877" y="9"/>
                  </a:lnTo>
                  <a:lnTo>
                    <a:pt x="725" y="1"/>
                  </a:lnTo>
                  <a:lnTo>
                    <a:pt x="466" y="0"/>
                  </a:lnTo>
                  <a:lnTo>
                    <a:pt x="207" y="1"/>
                  </a:lnTo>
                  <a:lnTo>
                    <a:pt x="55" y="9"/>
                  </a:lnTo>
                  <a:lnTo>
                    <a:pt x="28"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9" name="Freeform 201">
              <a:extLst>
                <a:ext uri="{FF2B5EF4-FFF2-40B4-BE49-F238E27FC236}">
                  <a16:creationId xmlns:a16="http://schemas.microsoft.com/office/drawing/2014/main" id="{F90A36E9-B907-EA08-3D49-36FCEAB8D37A}"/>
                </a:ext>
              </a:extLst>
            </p:cNvPr>
            <p:cNvSpPr>
              <a:spLocks/>
            </p:cNvSpPr>
            <p:nvPr/>
          </p:nvSpPr>
          <p:spPr bwMode="auto">
            <a:xfrm>
              <a:off x="3543301" y="1668463"/>
              <a:ext cx="371475" cy="44450"/>
            </a:xfrm>
            <a:custGeom>
              <a:avLst/>
              <a:gdLst>
                <a:gd name="T0" fmla="*/ 16 w 1582"/>
                <a:gd name="T1" fmla="*/ 32 h 183"/>
                <a:gd name="T2" fmla="*/ 7 w 1582"/>
                <a:gd name="T3" fmla="*/ 51 h 183"/>
                <a:gd name="T4" fmla="*/ 0 w 1582"/>
                <a:gd name="T5" fmla="*/ 87 h 183"/>
                <a:gd name="T6" fmla="*/ 5 w 1582"/>
                <a:gd name="T7" fmla="*/ 119 h 183"/>
                <a:gd name="T8" fmla="*/ 22 w 1582"/>
                <a:gd name="T9" fmla="*/ 146 h 183"/>
                <a:gd name="T10" fmla="*/ 36 w 1582"/>
                <a:gd name="T11" fmla="*/ 157 h 183"/>
                <a:gd name="T12" fmla="*/ 43 w 1582"/>
                <a:gd name="T13" fmla="*/ 161 h 183"/>
                <a:gd name="T14" fmla="*/ 64 w 1582"/>
                <a:gd name="T15" fmla="*/ 168 h 183"/>
                <a:gd name="T16" fmla="*/ 122 w 1582"/>
                <a:gd name="T17" fmla="*/ 176 h 183"/>
                <a:gd name="T18" fmla="*/ 394 w 1582"/>
                <a:gd name="T19" fmla="*/ 183 h 183"/>
                <a:gd name="T20" fmla="*/ 801 w 1582"/>
                <a:gd name="T21" fmla="*/ 183 h 183"/>
                <a:gd name="T22" fmla="*/ 1234 w 1582"/>
                <a:gd name="T23" fmla="*/ 183 h 183"/>
                <a:gd name="T24" fmla="*/ 1489 w 1582"/>
                <a:gd name="T25" fmla="*/ 176 h 183"/>
                <a:gd name="T26" fmla="*/ 1535 w 1582"/>
                <a:gd name="T27" fmla="*/ 167 h 183"/>
                <a:gd name="T28" fmla="*/ 1549 w 1582"/>
                <a:gd name="T29" fmla="*/ 158 h 183"/>
                <a:gd name="T30" fmla="*/ 1554 w 1582"/>
                <a:gd name="T31" fmla="*/ 153 h 183"/>
                <a:gd name="T32" fmla="*/ 1566 w 1582"/>
                <a:gd name="T33" fmla="*/ 139 h 183"/>
                <a:gd name="T34" fmla="*/ 1580 w 1582"/>
                <a:gd name="T35" fmla="*/ 103 h 183"/>
                <a:gd name="T36" fmla="*/ 1582 w 1582"/>
                <a:gd name="T37" fmla="*/ 65 h 183"/>
                <a:gd name="T38" fmla="*/ 1572 w 1582"/>
                <a:gd name="T39" fmla="*/ 32 h 183"/>
                <a:gd name="T40" fmla="*/ 1563 w 1582"/>
                <a:gd name="T41" fmla="*/ 20 h 183"/>
                <a:gd name="T42" fmla="*/ 1551 w 1582"/>
                <a:gd name="T43" fmla="*/ 15 h 183"/>
                <a:gd name="T44" fmla="*/ 1464 w 1582"/>
                <a:gd name="T45" fmla="*/ 7 h 183"/>
                <a:gd name="T46" fmla="*/ 1165 w 1582"/>
                <a:gd name="T47" fmla="*/ 1 h 183"/>
                <a:gd name="T48" fmla="*/ 788 w 1582"/>
                <a:gd name="T49" fmla="*/ 0 h 183"/>
                <a:gd name="T50" fmla="*/ 329 w 1582"/>
                <a:gd name="T51" fmla="*/ 0 h 183"/>
                <a:gd name="T52" fmla="*/ 71 w 1582"/>
                <a:gd name="T53" fmla="*/ 8 h 183"/>
                <a:gd name="T54" fmla="*/ 30 w 1582"/>
                <a:gd name="T55" fmla="*/ 18 h 183"/>
                <a:gd name="T56" fmla="*/ 19 w 1582"/>
                <a:gd name="T57" fmla="*/ 26 h 183"/>
                <a:gd name="T58" fmla="*/ 16 w 1582"/>
                <a:gd name="T59" fmla="*/ 3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3">
                  <a:moveTo>
                    <a:pt x="16" y="32"/>
                  </a:moveTo>
                  <a:lnTo>
                    <a:pt x="7" y="51"/>
                  </a:lnTo>
                  <a:lnTo>
                    <a:pt x="0" y="87"/>
                  </a:lnTo>
                  <a:lnTo>
                    <a:pt x="5" y="119"/>
                  </a:lnTo>
                  <a:lnTo>
                    <a:pt x="22" y="146"/>
                  </a:lnTo>
                  <a:lnTo>
                    <a:pt x="36" y="157"/>
                  </a:lnTo>
                  <a:lnTo>
                    <a:pt x="43" y="161"/>
                  </a:lnTo>
                  <a:lnTo>
                    <a:pt x="64" y="168"/>
                  </a:lnTo>
                  <a:lnTo>
                    <a:pt x="122" y="176"/>
                  </a:lnTo>
                  <a:lnTo>
                    <a:pt x="394" y="183"/>
                  </a:lnTo>
                  <a:lnTo>
                    <a:pt x="801" y="183"/>
                  </a:lnTo>
                  <a:lnTo>
                    <a:pt x="1234" y="183"/>
                  </a:lnTo>
                  <a:lnTo>
                    <a:pt x="1489" y="176"/>
                  </a:lnTo>
                  <a:lnTo>
                    <a:pt x="1535" y="167"/>
                  </a:lnTo>
                  <a:lnTo>
                    <a:pt x="1549" y="158"/>
                  </a:lnTo>
                  <a:lnTo>
                    <a:pt x="1554" y="153"/>
                  </a:lnTo>
                  <a:lnTo>
                    <a:pt x="1566" y="139"/>
                  </a:lnTo>
                  <a:lnTo>
                    <a:pt x="1580" y="103"/>
                  </a:lnTo>
                  <a:lnTo>
                    <a:pt x="1582" y="65"/>
                  </a:lnTo>
                  <a:lnTo>
                    <a:pt x="1572" y="32"/>
                  </a:lnTo>
                  <a:lnTo>
                    <a:pt x="1563" y="20"/>
                  </a:lnTo>
                  <a:lnTo>
                    <a:pt x="1551" y="15"/>
                  </a:lnTo>
                  <a:lnTo>
                    <a:pt x="1464" y="7"/>
                  </a:lnTo>
                  <a:lnTo>
                    <a:pt x="1165" y="1"/>
                  </a:lnTo>
                  <a:lnTo>
                    <a:pt x="788" y="0"/>
                  </a:lnTo>
                  <a:lnTo>
                    <a:pt x="329" y="0"/>
                  </a:lnTo>
                  <a:lnTo>
                    <a:pt x="71" y="8"/>
                  </a:lnTo>
                  <a:lnTo>
                    <a:pt x="30" y="18"/>
                  </a:lnTo>
                  <a:lnTo>
                    <a:pt x="19" y="26"/>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2795669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الإصدارات والمراجعات</a:t>
            </a:r>
            <a:endParaRPr lang="en-US" dirty="0"/>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3471870114"/>
              </p:ext>
            </p:extLst>
          </p:nvPr>
        </p:nvGraphicFramePr>
        <p:xfrm>
          <a:off x="609601" y="1237422"/>
          <a:ext cx="10972798" cy="4572986"/>
        </p:xfrm>
        <a:graphic>
          <a:graphicData uri="http://schemas.openxmlformats.org/drawingml/2006/table">
            <a:tbl>
              <a:tblPr rtl="1" firstRow="1" bandRow="1">
                <a:tableStyleId>{2D5ABB26-0587-4C30-8999-92F81FD0307C}</a:tableStyleId>
              </a:tblPr>
              <a:tblGrid>
                <a:gridCol w="1288225">
                  <a:extLst>
                    <a:ext uri="{9D8B030D-6E8A-4147-A177-3AD203B41FA5}">
                      <a16:colId xmlns:a16="http://schemas.microsoft.com/office/drawing/2014/main" val="3246697180"/>
                    </a:ext>
                  </a:extLst>
                </a:gridCol>
                <a:gridCol w="1233878">
                  <a:extLst>
                    <a:ext uri="{9D8B030D-6E8A-4147-A177-3AD203B41FA5}">
                      <a16:colId xmlns:a16="http://schemas.microsoft.com/office/drawing/2014/main" val="1695347223"/>
                    </a:ext>
                  </a:extLst>
                </a:gridCol>
                <a:gridCol w="2586925">
                  <a:extLst>
                    <a:ext uri="{9D8B030D-6E8A-4147-A177-3AD203B41FA5}">
                      <a16:colId xmlns:a16="http://schemas.microsoft.com/office/drawing/2014/main" val="2017486071"/>
                    </a:ext>
                  </a:extLst>
                </a:gridCol>
                <a:gridCol w="2937305">
                  <a:extLst>
                    <a:ext uri="{9D8B030D-6E8A-4147-A177-3AD203B41FA5}">
                      <a16:colId xmlns:a16="http://schemas.microsoft.com/office/drawing/2014/main" val="2702421411"/>
                    </a:ext>
                  </a:extLst>
                </a:gridCol>
                <a:gridCol w="2926465">
                  <a:extLst>
                    <a:ext uri="{9D8B030D-6E8A-4147-A177-3AD203B41FA5}">
                      <a16:colId xmlns:a16="http://schemas.microsoft.com/office/drawing/2014/main" val="3621974949"/>
                    </a:ext>
                  </a:extLst>
                </a:gridCol>
              </a:tblGrid>
              <a:tr h="506402">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إصدار الوثيقة</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إعداد</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الوصف</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677764">
                <a:tc>
                  <a:txBody>
                    <a:bodyPr/>
                    <a:lstStyle/>
                    <a:p>
                      <a:pPr algn="ctr" rtl="1">
                        <a:lnSpc>
                          <a:spcPct val="115000"/>
                        </a:lnSpc>
                        <a:spcAft>
                          <a:spcPts val="0"/>
                        </a:spcAft>
                      </a:pPr>
                      <a:r>
                        <a:rPr lang="ar-SA" sz="1800" dirty="0">
                          <a:solidFill>
                            <a:schemeClr val="tx1"/>
                          </a:solidFill>
                          <a:effectLst/>
                          <a:latin typeface="Sakkal Majalla"/>
                          <a:cs typeface="Sakkal Majalla"/>
                        </a:rPr>
                        <a:t>1.0</a:t>
                      </a: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dirty="0">
                          <a:solidFill>
                            <a:schemeClr val="tx1"/>
                          </a:solidFill>
                          <a:effectLst/>
                          <a:latin typeface="Sakkal Majalla"/>
                          <a:cs typeface="Sakkal Majalla"/>
                        </a:rPr>
                        <a:t>2025/04/13</a:t>
                      </a: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dirty="0">
                          <a:solidFill>
                            <a:schemeClr val="tx1"/>
                          </a:solidFill>
                          <a:effectLst/>
                          <a:latin typeface="Sakkal Majalla"/>
                          <a:cs typeface="Sakkal Majalla"/>
                        </a:rPr>
                        <a:t>مكتب البنية المؤسسية</a:t>
                      </a: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dirty="0">
                          <a:solidFill>
                            <a:schemeClr val="tx1"/>
                          </a:solidFill>
                          <a:effectLst/>
                          <a:latin typeface="Sakkal Majalla"/>
                          <a:cs typeface="Sakkal Majalla"/>
                        </a:rPr>
                        <a:t>مدير مكتب البنية المؤسسية</a:t>
                      </a: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dirty="0">
                          <a:solidFill>
                            <a:schemeClr val="tx1"/>
                          </a:solidFill>
                          <a:effectLst/>
                          <a:latin typeface="Sakkal Majalla"/>
                          <a:cs typeface="Sakkal Majalla"/>
                        </a:rPr>
                        <a:t>الإصدار الأول من وثيقة سياسات البنية المؤسسية</a:t>
                      </a: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677764">
                <a:tc>
                  <a:txBody>
                    <a:bodyPr/>
                    <a:lstStyle/>
                    <a:p>
                      <a:pPr algn="ctr" rtl="1">
                        <a:lnSpc>
                          <a:spcPct val="115000"/>
                        </a:lnSpc>
                        <a:spcAft>
                          <a:spcPts val="0"/>
                        </a:spcAft>
                      </a:pPr>
                      <a:r>
                        <a:rPr lang="ar-EG" sz="1800" dirty="0">
                          <a:solidFill>
                            <a:schemeClr val="tx1"/>
                          </a:solidFill>
                          <a:effectLst/>
                          <a:latin typeface="Sakkal Majalla"/>
                          <a:cs typeface="Sakkal Majalla"/>
                        </a:rPr>
                        <a:t>2</a:t>
                      </a:r>
                      <a:r>
                        <a:rPr lang="ar-SA" sz="1800" dirty="0">
                          <a:solidFill>
                            <a:schemeClr val="tx1"/>
                          </a:solidFill>
                          <a:effectLst/>
                          <a:latin typeface="Sakkal Majalla"/>
                          <a:cs typeface="Sakkal Majalla"/>
                        </a:rPr>
                        <a:t>.0</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dirty="0">
                          <a:solidFill>
                            <a:schemeClr val="tx1"/>
                          </a:solidFill>
                          <a:effectLst/>
                          <a:latin typeface="Sakkal Majalla"/>
                          <a:cs typeface="Sakkal Majalla"/>
                        </a:rPr>
                        <a:t>202</a:t>
                      </a:r>
                      <a:r>
                        <a:rPr lang="ar-EG" sz="1800" dirty="0">
                          <a:solidFill>
                            <a:schemeClr val="tx1"/>
                          </a:solidFill>
                          <a:effectLst/>
                          <a:latin typeface="Sakkal Majalla"/>
                          <a:cs typeface="Sakkal Majalla"/>
                        </a:rPr>
                        <a:t>6</a:t>
                      </a:r>
                      <a:r>
                        <a:rPr lang="ar-SA" sz="1800" dirty="0">
                          <a:solidFill>
                            <a:schemeClr val="tx1"/>
                          </a:solidFill>
                          <a:effectLst/>
                          <a:latin typeface="Sakkal Majalla"/>
                          <a:cs typeface="Sakkal Majalla"/>
                        </a:rPr>
                        <a:t>/04/13</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dirty="0">
                          <a:solidFill>
                            <a:schemeClr val="tx1"/>
                          </a:solidFill>
                          <a:effectLst/>
                          <a:latin typeface="Sakkal Majalla"/>
                          <a:cs typeface="Sakkal Majalla"/>
                        </a:rPr>
                        <a:t>مكتب البنية المؤسسية</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dirty="0">
                          <a:solidFill>
                            <a:schemeClr val="tx1"/>
                          </a:solidFill>
                          <a:effectLst/>
                          <a:latin typeface="Sakkal Majalla"/>
                          <a:cs typeface="Sakkal Majalla"/>
                        </a:rPr>
                        <a:t>مدير مكتب البنية المؤسسية</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dirty="0">
                          <a:solidFill>
                            <a:schemeClr val="tx1"/>
                          </a:solidFill>
                          <a:effectLst/>
                          <a:latin typeface="Sakkal Majalla"/>
                          <a:cs typeface="Sakkal Majalla"/>
                        </a:rPr>
                        <a:t>الإصدار </a:t>
                      </a:r>
                      <a:r>
                        <a:rPr lang="ar-EG" sz="1800" dirty="0">
                          <a:solidFill>
                            <a:schemeClr val="tx1"/>
                          </a:solidFill>
                          <a:effectLst/>
                          <a:latin typeface="Sakkal Majalla"/>
                          <a:cs typeface="Sakkal Majalla"/>
                        </a:rPr>
                        <a:t>الثاني</a:t>
                      </a:r>
                      <a:r>
                        <a:rPr lang="ar-SA" sz="1800" dirty="0">
                          <a:solidFill>
                            <a:schemeClr val="tx1"/>
                          </a:solidFill>
                          <a:effectLst/>
                          <a:latin typeface="Sakkal Majalla"/>
                          <a:cs typeface="Sakkal Majalla"/>
                        </a:rPr>
                        <a:t> من وثيقة سياسات البنية المؤسسية</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677764">
                <a:tc>
                  <a:txBody>
                    <a:bodyPr/>
                    <a:lstStyle/>
                    <a:p>
                      <a:pPr algn="ctr" rtl="1">
                        <a:lnSpc>
                          <a:spcPct val="115000"/>
                        </a:lnSpc>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r h="677764">
                <a:tc>
                  <a:txBody>
                    <a:bodyPr/>
                    <a:lstStyle/>
                    <a:p>
                      <a:pPr algn="ctr" rtl="1">
                        <a:lnSpc>
                          <a:spcPct val="115000"/>
                        </a:lnSpc>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77945649"/>
                  </a:ext>
                </a:extLst>
              </a:tr>
              <a:tr h="677764">
                <a:tc>
                  <a:txBody>
                    <a:bodyPr/>
                    <a:lstStyle/>
                    <a:p>
                      <a:pPr algn="ctr" rtl="1">
                        <a:lnSpc>
                          <a:spcPct val="115000"/>
                        </a:lnSpc>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88316617"/>
                  </a:ext>
                </a:extLst>
              </a:tr>
              <a:tr h="677764">
                <a:tc>
                  <a:txBody>
                    <a:bodyPr/>
                    <a:lstStyle/>
                    <a:p>
                      <a:pPr algn="ctr" rtl="1">
                        <a:lnSpc>
                          <a:spcPct val="115000"/>
                        </a:lnSpc>
                        <a:spcAft>
                          <a:spcPts val="0"/>
                        </a:spcAft>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32939493"/>
                  </a:ext>
                </a:extLst>
              </a:tr>
            </a:tbl>
          </a:graphicData>
        </a:graphic>
      </p:graphicFrame>
    </p:spTree>
    <p:extLst>
      <p:ext uri="{BB962C8B-B14F-4D97-AF65-F5344CB8AC3E}">
        <p14:creationId xmlns:p14="http://schemas.microsoft.com/office/powerpoint/2010/main" val="2854880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الاعتمادات</a:t>
            </a:r>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3959803252"/>
              </p:ext>
            </p:extLst>
          </p:nvPr>
        </p:nvGraphicFramePr>
        <p:xfrm>
          <a:off x="609600" y="1237422"/>
          <a:ext cx="10972800" cy="4572985"/>
        </p:xfrm>
        <a:graphic>
          <a:graphicData uri="http://schemas.openxmlformats.org/drawingml/2006/table">
            <a:tbl>
              <a:tblPr rtl="1" firstRow="1" bandRow="1">
                <a:tableStyleId>{2D5ABB26-0587-4C30-8999-92F81FD0307C}</a:tableStyleId>
              </a:tblPr>
              <a:tblGrid>
                <a:gridCol w="1316817">
                  <a:extLst>
                    <a:ext uri="{9D8B030D-6E8A-4147-A177-3AD203B41FA5}">
                      <a16:colId xmlns:a16="http://schemas.microsoft.com/office/drawing/2014/main" val="3246697180"/>
                    </a:ext>
                  </a:extLst>
                </a:gridCol>
                <a:gridCol w="2110628">
                  <a:extLst>
                    <a:ext uri="{9D8B030D-6E8A-4147-A177-3AD203B41FA5}">
                      <a16:colId xmlns:a16="http://schemas.microsoft.com/office/drawing/2014/main" val="1695347223"/>
                    </a:ext>
                  </a:extLst>
                </a:gridCol>
                <a:gridCol w="3825551">
                  <a:extLst>
                    <a:ext uri="{9D8B030D-6E8A-4147-A177-3AD203B41FA5}">
                      <a16:colId xmlns:a16="http://schemas.microsoft.com/office/drawing/2014/main" val="2017486071"/>
                    </a:ext>
                  </a:extLst>
                </a:gridCol>
                <a:gridCol w="2143779">
                  <a:extLst>
                    <a:ext uri="{9D8B030D-6E8A-4147-A177-3AD203B41FA5}">
                      <a16:colId xmlns:a16="http://schemas.microsoft.com/office/drawing/2014/main" val="2702421411"/>
                    </a:ext>
                  </a:extLst>
                </a:gridCol>
                <a:gridCol w="1576025">
                  <a:extLst>
                    <a:ext uri="{9D8B030D-6E8A-4147-A177-3AD203B41FA5}">
                      <a16:colId xmlns:a16="http://schemas.microsoft.com/office/drawing/2014/main" val="3621974949"/>
                    </a:ext>
                  </a:extLst>
                </a:gridCol>
              </a:tblGrid>
              <a:tr h="911830">
                <a:tc>
                  <a:txBody>
                    <a:bodyPr/>
                    <a:lstStyle/>
                    <a:p>
                      <a:pPr algn="ctr" rtl="1">
                        <a:lnSpc>
                          <a:spcPct val="115000"/>
                        </a:lnSpc>
                        <a:spcAft>
                          <a:spcPts val="0"/>
                        </a:spcAft>
                      </a:pP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الاسم</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التوقيع</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1220385">
                <a:tc>
                  <a:txBody>
                    <a:bodyPr/>
                    <a:lstStyle/>
                    <a:p>
                      <a:pPr algn="ctr" rtl="1">
                        <a:lnSpc>
                          <a:spcPct val="115000"/>
                        </a:lnSpc>
                        <a:spcAft>
                          <a:spcPts val="0"/>
                        </a:spcAft>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EG" sz="1800" kern="1200" dirty="0">
                          <a:solidFill>
                            <a:schemeClr val="tx1"/>
                          </a:solidFill>
                          <a:effectLst/>
                          <a:latin typeface="Sakkal Majalla" panose="02000000000000000000" pitchFamily="2" charset="-78"/>
                          <a:ea typeface="+mn-ea"/>
                          <a:cs typeface="Sakkal Majalla" panose="02000000000000000000" pitchFamily="2" charset="-78"/>
                        </a:rPr>
                        <a:t>مدير مكتب 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kumimoji="0" lang="ar-EG"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rPr>
                        <a:t>رئيس لجنة حوكمة البنية</a:t>
                      </a: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EG"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اعتمدت بواسطة</a:t>
                      </a: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EG" sz="2000" kern="1200" dirty="0">
                          <a:solidFill>
                            <a:schemeClr val="tx1"/>
                          </a:solidFill>
                          <a:effectLst/>
                          <a:latin typeface="Sakkal Majalla" panose="02000000000000000000" pitchFamily="2" charset="-78"/>
                          <a:ea typeface="+mn-ea"/>
                          <a:cs typeface="Sakkal Majalla" panose="02000000000000000000" pitchFamily="2" charset="-78"/>
                        </a:rPr>
                        <a:t>الإدارة العامة للتخطيط والتميز المؤسسي</a:t>
                      </a:r>
                      <a:br>
                        <a:rPr lang="ar-EG" sz="2000" kern="1200" dirty="0">
                          <a:solidFill>
                            <a:schemeClr val="tx1"/>
                          </a:solidFill>
                          <a:effectLst/>
                          <a:latin typeface="Sakkal Majalla" panose="02000000000000000000" pitchFamily="2" charset="-78"/>
                          <a:ea typeface="+mn-ea"/>
                          <a:cs typeface="Sakkal Majalla" panose="02000000000000000000" pitchFamily="2" charset="-78"/>
                        </a:rPr>
                      </a:br>
                      <a:r>
                        <a:rPr lang="ar-EG" sz="2000" kern="1200" dirty="0">
                          <a:solidFill>
                            <a:schemeClr val="tx1"/>
                          </a:solidFill>
                          <a:effectLst/>
                          <a:latin typeface="Sakkal Majalla" panose="02000000000000000000" pitchFamily="2" charset="-78"/>
                          <a:ea typeface="+mn-ea"/>
                          <a:cs typeface="Sakkal Majalla" panose="02000000000000000000" pitchFamily="2" charset="-78"/>
                        </a:rPr>
                        <a:t>الإدارة المنوطة باعتماد سياسات الهيئة</a:t>
                      </a: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bl>
          </a:graphicData>
        </a:graphic>
      </p:graphicFrame>
    </p:spTree>
    <p:extLst>
      <p:ext uri="{BB962C8B-B14F-4D97-AF65-F5344CB8AC3E}">
        <p14:creationId xmlns:p14="http://schemas.microsoft.com/office/powerpoint/2010/main" val="340058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itle 127">
            <a:extLst>
              <a:ext uri="{FF2B5EF4-FFF2-40B4-BE49-F238E27FC236}">
                <a16:creationId xmlns:a16="http://schemas.microsoft.com/office/drawing/2014/main" id="{1C6423EB-C4FD-85A8-22C2-F9D9A47AD52D}"/>
              </a:ext>
            </a:extLst>
          </p:cNvPr>
          <p:cNvSpPr>
            <a:spLocks noGrp="1"/>
          </p:cNvSpPr>
          <p:nvPr>
            <p:ph type="title"/>
          </p:nvPr>
        </p:nvSpPr>
        <p:spPr/>
        <p:txBody>
          <a:bodyPr/>
          <a:lstStyle/>
          <a:p>
            <a:pPr algn="ctr"/>
            <a:r>
              <a:rPr lang="ar-EG" dirty="0"/>
              <a:t>جدول المحتويات</a:t>
            </a:r>
            <a:endParaRPr lang="en-GB" dirty="0"/>
          </a:p>
        </p:txBody>
      </p:sp>
      <p:graphicFrame>
        <p:nvGraphicFramePr>
          <p:cNvPr id="201" name="Table 201"/>
          <p:cNvGraphicFramePr>
            <a:graphicFrameLocks noGrp="1"/>
          </p:cNvGraphicFramePr>
          <p:nvPr>
            <p:extLst>
              <p:ext uri="{D42A27DB-BD31-4B8C-83A1-F6EECF244321}">
                <p14:modId xmlns:p14="http://schemas.microsoft.com/office/powerpoint/2010/main" val="633653615"/>
              </p:ext>
            </p:extLst>
          </p:nvPr>
        </p:nvGraphicFramePr>
        <p:xfrm>
          <a:off x="400000" y="995233"/>
          <a:ext cx="8500000" cy="5560156"/>
        </p:xfrm>
        <a:graphic>
          <a:graphicData uri="http://schemas.openxmlformats.org/drawingml/2006/table">
            <a:tbl>
              <a:tblPr firstRow="1">
                <a:tableStyleId>{5C22544A-7EE6-4342-B048-85BDC9FD1C3A}</a:tableStyleId>
              </a:tblPr>
              <a:tblGrid>
                <a:gridCol w="7800000">
                  <a:extLst>
                    <a:ext uri="{9D8B030D-6E8A-4147-A177-3AD203B41FA5}">
                      <a16:colId xmlns:a16="http://schemas.microsoft.com/office/drawing/2014/main" val="20000"/>
                    </a:ext>
                  </a:extLst>
                </a:gridCol>
                <a:gridCol w="700000">
                  <a:extLst>
                    <a:ext uri="{9D8B030D-6E8A-4147-A177-3AD203B41FA5}">
                      <a16:colId xmlns:a16="http://schemas.microsoft.com/office/drawing/2014/main" val="20001"/>
                    </a:ext>
                  </a:extLst>
                </a:gridCol>
              </a:tblGrid>
              <a:tr h="280000">
                <a:tc>
                  <a:txBody>
                    <a:bodyPr/>
                    <a:lstStyle/>
                    <a:p>
                      <a:pPr algn="ctr" rtl="1"/>
                      <a:r>
                        <a:rPr lang="ar-SA" sz="1050" b="1" dirty="0">
                          <a:solidFill>
                            <a:srgbClr val="FFFFFF"/>
                          </a:solidFill>
                        </a:rPr>
                        <a:t>الموضوع</a:t>
                      </a:r>
                      <a:endParaRPr lang="ar-SA" sz="1050" b="1" dirty="0">
                        <a:solidFill>
                          <a:srgbClr val="FFFFFF"/>
                        </a:solidFill>
                        <a:latin typeface="Sakkal Majalla"/>
                        <a:cs typeface="Sakkal Majalla"/>
                      </a:endParaRPr>
                    </a:p>
                  </a:txBody>
                  <a:tcPr marL="91416" marR="91416" marT="45708" marB="45708" anchor="ctr"/>
                </a:tc>
                <a:tc>
                  <a:txBody>
                    <a:bodyPr/>
                    <a:lstStyle/>
                    <a:p>
                      <a:pPr algn="ctr" rtl="1"/>
                      <a:r>
                        <a:rPr lang="ar-SA" sz="1050" b="1" dirty="0">
                          <a:solidFill>
                            <a:srgbClr val="FFFFFF"/>
                          </a:solidFill>
                        </a:rPr>
                        <a:t>الصفحة</a:t>
                      </a:r>
                      <a:endParaRPr lang="ar-SA" sz="1050" b="1" dirty="0">
                        <a:solidFill>
                          <a:srgbClr val="FFFFFF"/>
                        </a:solidFill>
                        <a:latin typeface="Sakkal Majalla"/>
                        <a:cs typeface="Sakkal Majalla"/>
                      </a:endParaRPr>
                    </a:p>
                  </a:txBody>
                  <a:tcPr marL="91416" marR="91416" marT="45708" marB="45708" anchor="ctr"/>
                </a:tc>
                <a:extLst>
                  <a:ext uri="{0D108BD9-81ED-4DB2-BD59-A6C34878D82A}">
                    <a16:rowId xmlns:a16="http://schemas.microsoft.com/office/drawing/2014/main" val="50000"/>
                  </a:ext>
                </a:extLst>
              </a:tr>
              <a:tr h="240000">
                <a:tc>
                  <a:txBody>
                    <a:bodyPr/>
                    <a:lstStyle/>
                    <a:p>
                      <a:pPr marL="0" algn="r" defTabSz="914400" rtl="0" eaLnBrk="1" latinLnBrk="0" hangingPunct="1"/>
                      <a:r>
                        <a:rPr lang="ar-SA" sz="1050" b="1" kern="1200" dirty="0">
                          <a:solidFill>
                            <a:srgbClr val="4C3C8D"/>
                          </a:solidFill>
                          <a:latin typeface="+mn-lt"/>
                          <a:ea typeface="+mn-ea"/>
                          <a:cs typeface="+mn-cs"/>
                        </a:rPr>
                        <a:t>شروط استخدام الوثيقة</a:t>
                      </a:r>
                    </a:p>
                  </a:txBody>
                  <a:tcPr marL="91416" marR="91416" marT="45708" marB="45708" anchor="ctr"/>
                </a:tc>
                <a:tc>
                  <a:txBody>
                    <a:bodyPr/>
                    <a:lstStyle/>
                    <a:p>
                      <a:pPr algn="ctr" rtl="1"/>
                      <a:r>
                        <a:rPr lang="ar-SA" sz="1050" b="1" dirty="0">
                          <a:solidFill>
                            <a:srgbClr val="4C3C8D"/>
                          </a:solidFill>
                        </a:rPr>
                        <a:t>2</a:t>
                      </a:r>
                      <a:endParaRPr lang="ar-SA" sz="1050" b="1" dirty="0">
                        <a:solidFill>
                          <a:srgbClr val="4C3C8D"/>
                        </a:solidFill>
                        <a:latin typeface="Sakkal Majalla"/>
                        <a:cs typeface="Sakkal Majalla"/>
                      </a:endParaRPr>
                    </a:p>
                  </a:txBody>
                  <a:tcPr marL="60000" marR="60000" marT="45708" marB="45708" anchor="ctr"/>
                </a:tc>
                <a:extLst>
                  <a:ext uri="{0D108BD9-81ED-4DB2-BD59-A6C34878D82A}">
                    <a16:rowId xmlns:a16="http://schemas.microsoft.com/office/drawing/2014/main" val="50001"/>
                  </a:ext>
                </a:extLst>
              </a:tr>
              <a:tr h="240000">
                <a:tc>
                  <a:txBody>
                    <a:bodyPr/>
                    <a:lstStyle/>
                    <a:p>
                      <a:pPr marL="0" algn="r" defTabSz="914400" rtl="0" eaLnBrk="1" latinLnBrk="0" hangingPunct="1"/>
                      <a:r>
                        <a:rPr lang="ar-SA" sz="1050" b="1" kern="1200" dirty="0">
                          <a:solidFill>
                            <a:srgbClr val="4C3C8D"/>
                          </a:solidFill>
                          <a:latin typeface="+mn-lt"/>
                          <a:ea typeface="+mn-ea"/>
                          <a:cs typeface="+mn-cs"/>
                        </a:rPr>
                        <a:t>جدول الإصدارات والمراجعات</a:t>
                      </a:r>
                    </a:p>
                  </a:txBody>
                  <a:tcPr marL="91416" marR="91416" marT="45708" marB="45708" anchor="ctr"/>
                </a:tc>
                <a:tc>
                  <a:txBody>
                    <a:bodyPr/>
                    <a:lstStyle/>
                    <a:p>
                      <a:pPr algn="ctr" rtl="1"/>
                      <a:r>
                        <a:rPr lang="ar-SA" sz="1050" b="1" dirty="0">
                          <a:solidFill>
                            <a:srgbClr val="4C3C8D"/>
                          </a:solidFill>
                        </a:rPr>
                        <a:t>3</a:t>
                      </a:r>
                      <a:endParaRPr lang="ar-SA" sz="1050" b="1" dirty="0">
                        <a:solidFill>
                          <a:srgbClr val="4C3C8D"/>
                        </a:solidFill>
                        <a:latin typeface="Sakkal Majalla"/>
                        <a:cs typeface="Sakkal Majalla"/>
                      </a:endParaRPr>
                    </a:p>
                  </a:txBody>
                  <a:tcPr marL="60000" marR="60000" marT="45708" marB="45708" anchor="ctr"/>
                </a:tc>
                <a:extLst>
                  <a:ext uri="{0D108BD9-81ED-4DB2-BD59-A6C34878D82A}">
                    <a16:rowId xmlns:a16="http://schemas.microsoft.com/office/drawing/2014/main" val="50002"/>
                  </a:ext>
                </a:extLst>
              </a:tr>
              <a:tr h="240000">
                <a:tc>
                  <a:txBody>
                    <a:bodyPr/>
                    <a:lstStyle/>
                    <a:p>
                      <a:pPr marL="0" algn="r" defTabSz="914400" rtl="0" eaLnBrk="1" latinLnBrk="0" hangingPunct="1"/>
                      <a:r>
                        <a:rPr lang="ar-SA" sz="1050" b="1" kern="1200" dirty="0">
                          <a:solidFill>
                            <a:srgbClr val="4C3C8D"/>
                          </a:solidFill>
                          <a:latin typeface="+mn-lt"/>
                          <a:ea typeface="+mn-ea"/>
                          <a:cs typeface="+mn-cs"/>
                        </a:rPr>
                        <a:t>جدول الاعتمادات</a:t>
                      </a:r>
                    </a:p>
                  </a:txBody>
                  <a:tcPr marL="91416" marR="91416" marT="45708" marB="45708" anchor="ctr"/>
                </a:tc>
                <a:tc>
                  <a:txBody>
                    <a:bodyPr/>
                    <a:lstStyle/>
                    <a:p>
                      <a:pPr algn="ctr" rtl="1"/>
                      <a:r>
                        <a:rPr lang="ar-SA" sz="1050" b="1" dirty="0">
                          <a:solidFill>
                            <a:srgbClr val="4C3C8D"/>
                          </a:solidFill>
                        </a:rPr>
                        <a:t>4</a:t>
                      </a:r>
                      <a:endParaRPr lang="ar-SA" sz="1050" b="1" dirty="0">
                        <a:solidFill>
                          <a:srgbClr val="4C3C8D"/>
                        </a:solidFill>
                        <a:latin typeface="Sakkal Majalla"/>
                        <a:cs typeface="Sakkal Majalla"/>
                      </a:endParaRPr>
                    </a:p>
                  </a:txBody>
                  <a:tcPr marL="60000" marR="60000" marT="45708" marB="45708" anchor="ctr"/>
                </a:tc>
                <a:extLst>
                  <a:ext uri="{0D108BD9-81ED-4DB2-BD59-A6C34878D82A}">
                    <a16:rowId xmlns:a16="http://schemas.microsoft.com/office/drawing/2014/main" val="50003"/>
                  </a:ext>
                </a:extLst>
              </a:tr>
              <a:tr h="240000">
                <a:tc>
                  <a:txBody>
                    <a:bodyPr/>
                    <a:lstStyle/>
                    <a:p>
                      <a:pPr marL="0" algn="r" defTabSz="914400" rtl="0" eaLnBrk="1" latinLnBrk="0" hangingPunct="1"/>
                      <a:r>
                        <a:rPr lang="ar-SA" sz="1050" b="1" kern="1200" dirty="0">
                          <a:solidFill>
                            <a:srgbClr val="4C3C8D"/>
                          </a:solidFill>
                          <a:latin typeface="+mn-lt"/>
                          <a:ea typeface="+mn-ea"/>
                          <a:cs typeface="+mn-cs"/>
                        </a:rPr>
                        <a:t>01 — مقدمة حول </a:t>
                      </a:r>
                      <a:r>
                        <a:rPr lang="ar-EG" sz="1050" b="1" kern="1200" dirty="0">
                          <a:solidFill>
                            <a:srgbClr val="4C3C8D"/>
                          </a:solidFill>
                          <a:latin typeface="+mn-lt"/>
                          <a:ea typeface="+mn-ea"/>
                          <a:cs typeface="+mn-cs"/>
                        </a:rPr>
                        <a:t>سياسات البنية المؤسسية</a:t>
                      </a:r>
                      <a:endParaRPr lang="ar-SA" sz="1050" b="1" kern="1200" dirty="0">
                        <a:solidFill>
                          <a:srgbClr val="4C3C8D"/>
                        </a:solidFill>
                        <a:latin typeface="+mn-lt"/>
                        <a:ea typeface="+mn-ea"/>
                        <a:cs typeface="+mn-cs"/>
                      </a:endParaRPr>
                    </a:p>
                  </a:txBody>
                  <a:tcPr marL="91416" marR="91416" marT="45708" marB="45708" anchor="ctr"/>
                </a:tc>
                <a:tc>
                  <a:txBody>
                    <a:bodyPr/>
                    <a:lstStyle/>
                    <a:p>
                      <a:pPr algn="ctr" rtl="1"/>
                      <a:r>
                        <a:rPr lang="ar-SA" sz="1050" b="1" dirty="0">
                          <a:solidFill>
                            <a:srgbClr val="4C3C8D"/>
                          </a:solidFill>
                        </a:rPr>
                        <a:t>6</a:t>
                      </a:r>
                      <a:endParaRPr lang="ar-SA" sz="1050" b="1" dirty="0">
                        <a:solidFill>
                          <a:srgbClr val="4C3C8D"/>
                        </a:solidFill>
                        <a:latin typeface="Sakkal Majalla"/>
                        <a:cs typeface="Sakkal Majalla"/>
                      </a:endParaRPr>
                    </a:p>
                  </a:txBody>
                  <a:tcPr marL="60000" marR="60000" marT="45708" marB="45708" anchor="ctr"/>
                </a:tc>
                <a:extLst>
                  <a:ext uri="{0D108BD9-81ED-4DB2-BD59-A6C34878D82A}">
                    <a16:rowId xmlns:a16="http://schemas.microsoft.com/office/drawing/2014/main" val="50004"/>
                  </a:ext>
                </a:extLst>
              </a:tr>
              <a:tr h="215000">
                <a:tc>
                  <a:txBody>
                    <a:bodyPr/>
                    <a:lstStyle/>
                    <a:p>
                      <a:pPr marL="0" algn="r" defTabSz="914400" rtl="0" eaLnBrk="1" latinLnBrk="0" hangingPunct="1"/>
                      <a:r>
                        <a:rPr lang="ar-SA" sz="1050" b="1" kern="1200" dirty="0">
                          <a:solidFill>
                            <a:srgbClr val="4C3C8D"/>
                          </a:solidFill>
                          <a:latin typeface="+mn-lt"/>
                          <a:ea typeface="+mn-ea"/>
                          <a:cs typeface="+mn-cs"/>
                        </a:rPr>
                        <a:t>    المصطلحات والتعريفات</a:t>
                      </a:r>
                    </a:p>
                  </a:txBody>
                  <a:tcPr marL="91416" marR="91416" marT="45708" marB="45708" anchor="ctr"/>
                </a:tc>
                <a:tc>
                  <a:txBody>
                    <a:bodyPr/>
                    <a:lstStyle/>
                    <a:p>
                      <a:pPr algn="ctr" rtl="1"/>
                      <a:r>
                        <a:rPr lang="ar-SA" sz="1000" b="0" dirty="0">
                          <a:solidFill>
                            <a:srgbClr val="1C2B4A"/>
                          </a:solidFill>
                        </a:rPr>
                        <a:t>7</a:t>
                      </a:r>
                      <a:endParaRPr lang="ar-SA" sz="1000" b="0" dirty="0">
                        <a:solidFill>
                          <a:srgbClr val="1C2B4A"/>
                        </a:solidFill>
                        <a:latin typeface="Sakkal Majalla"/>
                        <a:cs typeface="Sakkal Majalla"/>
                      </a:endParaRPr>
                    </a:p>
                  </a:txBody>
                  <a:tcPr marL="60000" marR="60000" marT="45708" marB="45708" anchor="ctr"/>
                </a:tc>
                <a:extLst>
                  <a:ext uri="{0D108BD9-81ED-4DB2-BD59-A6C34878D82A}">
                    <a16:rowId xmlns:a16="http://schemas.microsoft.com/office/drawing/2014/main" val="50005"/>
                  </a:ext>
                </a:extLst>
              </a:tr>
              <a:tr h="215000">
                <a:tc>
                  <a:txBody>
                    <a:bodyPr/>
                    <a:lstStyle/>
                    <a:p>
                      <a:pPr marL="0" algn="r" defTabSz="914400" rtl="0" eaLnBrk="1" latinLnBrk="0" hangingPunct="1"/>
                      <a:r>
                        <a:rPr lang="ar-SA" sz="1050" b="1" kern="1200" dirty="0">
                          <a:solidFill>
                            <a:srgbClr val="4C3C8D"/>
                          </a:solidFill>
                          <a:latin typeface="+mn-lt"/>
                          <a:ea typeface="+mn-ea"/>
                          <a:cs typeface="+mn-cs"/>
                        </a:rPr>
                        <a:t>    تعريف البنية المؤسسية</a:t>
                      </a:r>
                    </a:p>
                  </a:txBody>
                  <a:tcPr marL="91416" marR="91416" marT="45708" marB="45708" anchor="ctr"/>
                </a:tc>
                <a:tc>
                  <a:txBody>
                    <a:bodyPr/>
                    <a:lstStyle/>
                    <a:p>
                      <a:pPr algn="ctr" rtl="1"/>
                      <a:r>
                        <a:rPr lang="ar-SA" sz="1000" b="0" dirty="0">
                          <a:solidFill>
                            <a:srgbClr val="1C2B4A"/>
                          </a:solidFill>
                        </a:rPr>
                        <a:t>8</a:t>
                      </a:r>
                      <a:endParaRPr lang="ar-SA" sz="1000" b="0" dirty="0">
                        <a:solidFill>
                          <a:srgbClr val="1C2B4A"/>
                        </a:solidFill>
                        <a:latin typeface="Sakkal Majalla"/>
                        <a:cs typeface="Sakkal Majalla"/>
                      </a:endParaRPr>
                    </a:p>
                  </a:txBody>
                  <a:tcPr marL="60000" marR="60000" marT="45708" marB="45708" anchor="ctr"/>
                </a:tc>
                <a:extLst>
                  <a:ext uri="{0D108BD9-81ED-4DB2-BD59-A6C34878D82A}">
                    <a16:rowId xmlns:a16="http://schemas.microsoft.com/office/drawing/2014/main" val="50006"/>
                  </a:ext>
                </a:extLst>
              </a:tr>
              <a:tr h="233743">
                <a:tc>
                  <a:txBody>
                    <a:bodyPr/>
                    <a:lstStyle/>
                    <a:p>
                      <a:pPr marL="0" algn="r" defTabSz="914400" rtl="0" eaLnBrk="1" latinLnBrk="0" hangingPunct="1"/>
                      <a:r>
                        <a:rPr lang="ar-SA" sz="1050" b="1" kern="1200" dirty="0">
                          <a:solidFill>
                            <a:srgbClr val="4C3C8D"/>
                          </a:solidFill>
                          <a:latin typeface="+mn-lt"/>
                          <a:ea typeface="+mn-ea"/>
                          <a:cs typeface="+mn-cs"/>
                        </a:rPr>
                        <a:t>02 — بطاقات السياسات</a:t>
                      </a:r>
                    </a:p>
                  </a:txBody>
                  <a:tcPr marL="91416" marR="91416" marT="45708" marB="45708" anchor="ctr"/>
                </a:tc>
                <a:tc>
                  <a:txBody>
                    <a:bodyPr/>
                    <a:lstStyle/>
                    <a:p>
                      <a:pPr algn="ctr" rtl="1"/>
                      <a:r>
                        <a:rPr lang="ar-SA" sz="1050" b="1" dirty="0">
                          <a:solidFill>
                            <a:srgbClr val="4C3C8D"/>
                          </a:solidFill>
                        </a:rPr>
                        <a:t>9</a:t>
                      </a:r>
                      <a:endParaRPr lang="ar-SA" sz="1050" b="1" dirty="0">
                        <a:solidFill>
                          <a:srgbClr val="4C3C8D"/>
                        </a:solidFill>
                        <a:latin typeface="Sakkal Majalla"/>
                        <a:cs typeface="Sakkal Majalla"/>
                      </a:endParaRPr>
                    </a:p>
                  </a:txBody>
                  <a:tcPr marL="60000" marR="60000" marT="45708" marB="45708" anchor="ctr"/>
                </a:tc>
                <a:extLst>
                  <a:ext uri="{0D108BD9-81ED-4DB2-BD59-A6C34878D82A}">
                    <a16:rowId xmlns:a16="http://schemas.microsoft.com/office/drawing/2014/main" val="50007"/>
                  </a:ext>
                </a:extLst>
              </a:tr>
              <a:tr h="215000">
                <a:tc>
                  <a:txBody>
                    <a:bodyPr/>
                    <a:lstStyle/>
                    <a:p>
                      <a:pPr marL="0" algn="r" defTabSz="914400" rtl="0" eaLnBrk="1" latinLnBrk="0" hangingPunct="1"/>
                      <a:r>
                        <a:rPr lang="ar-SA" sz="1050" b="1" kern="1200" dirty="0">
                          <a:solidFill>
                            <a:srgbClr val="4C3C8D"/>
                          </a:solidFill>
                          <a:latin typeface="+mn-lt"/>
                          <a:ea typeface="+mn-ea"/>
                          <a:cs typeface="+mn-cs"/>
                        </a:rPr>
                        <a:t>    تمهيد</a:t>
                      </a:r>
                    </a:p>
                  </a:txBody>
                  <a:tcPr marL="91416" marR="91416" marT="45708" marB="45708" anchor="ctr"/>
                </a:tc>
                <a:tc>
                  <a:txBody>
                    <a:bodyPr/>
                    <a:lstStyle/>
                    <a:p>
                      <a:pPr algn="ctr" rtl="1"/>
                      <a:r>
                        <a:rPr lang="ar-SA" sz="1000" b="0" dirty="0">
                          <a:solidFill>
                            <a:srgbClr val="1C2B4A"/>
                          </a:solidFill>
                        </a:rPr>
                        <a:t>10</a:t>
                      </a:r>
                      <a:endParaRPr lang="ar-SA" sz="1000" b="0" dirty="0">
                        <a:solidFill>
                          <a:srgbClr val="1C2B4A"/>
                        </a:solidFill>
                        <a:latin typeface="Sakkal Majalla"/>
                        <a:cs typeface="Sakkal Majalla"/>
                      </a:endParaRPr>
                    </a:p>
                  </a:txBody>
                  <a:tcPr marL="60000" marR="60000" marT="45708" marB="45708" anchor="ctr"/>
                </a:tc>
                <a:extLst>
                  <a:ext uri="{0D108BD9-81ED-4DB2-BD59-A6C34878D82A}">
                    <a16:rowId xmlns:a16="http://schemas.microsoft.com/office/drawing/2014/main" val="50008"/>
                  </a:ext>
                </a:extLst>
              </a:tr>
              <a:tr h="215000">
                <a:tc>
                  <a:txBody>
                    <a:bodyPr/>
                    <a:lstStyle/>
                    <a:p>
                      <a:pPr algn="r" rtl="0"/>
                      <a:r>
                        <a:rPr lang="ar-SA" sz="1050" b="1" kern="1200" dirty="0">
                          <a:solidFill>
                            <a:srgbClr val="4C3C8D"/>
                          </a:solidFill>
                          <a:latin typeface="+mn-lt"/>
                          <a:ea typeface="+mn-ea"/>
                          <a:cs typeface="+mn-cs"/>
                        </a:rPr>
                        <a:t>        EA-POLC-01: سياسة تطوير البنية المؤسسية</a:t>
                      </a:r>
                    </a:p>
                  </a:txBody>
                  <a:tcPr marL="91416" marR="91416" marT="45708" marB="45708" anchor="ctr"/>
                </a:tc>
                <a:tc>
                  <a:txBody>
                    <a:bodyPr/>
                    <a:lstStyle/>
                    <a:p>
                      <a:pPr algn="ctr" rtl="1"/>
                      <a:r>
                        <a:rPr lang="ar-SA" sz="950" b="0" dirty="0">
                          <a:solidFill>
                            <a:srgbClr val="555555"/>
                          </a:solidFill>
                        </a:rPr>
                        <a:t>11</a:t>
                      </a:r>
                      <a:endParaRPr lang="ar-SA" sz="950" b="0" dirty="0">
                        <a:solidFill>
                          <a:srgbClr val="555555"/>
                        </a:solidFill>
                        <a:latin typeface="Sakkal Majalla"/>
                        <a:cs typeface="Sakkal Majalla"/>
                      </a:endParaRPr>
                    </a:p>
                  </a:txBody>
                  <a:tcPr marL="60000" marR="60000" marT="45708" marB="45708" anchor="ctr"/>
                </a:tc>
                <a:extLst>
                  <a:ext uri="{0D108BD9-81ED-4DB2-BD59-A6C34878D82A}">
                    <a16:rowId xmlns:a16="http://schemas.microsoft.com/office/drawing/2014/main" val="50010"/>
                  </a:ext>
                </a:extLst>
              </a:tr>
              <a:tr h="215000">
                <a:tc>
                  <a:txBody>
                    <a:bodyPr/>
                    <a:lstStyle/>
                    <a:p>
                      <a:pPr algn="r" rtl="0"/>
                      <a:r>
                        <a:rPr lang="ar-SA" sz="1050" b="1" kern="1200" dirty="0">
                          <a:solidFill>
                            <a:srgbClr val="4C3C8D"/>
                          </a:solidFill>
                          <a:latin typeface="+mn-lt"/>
                          <a:ea typeface="+mn-ea"/>
                          <a:cs typeface="+mn-cs"/>
                        </a:rPr>
                        <a:t>        EA-POLC-02: سياسة حوكمة البنية المؤسسية</a:t>
                      </a:r>
                    </a:p>
                  </a:txBody>
                  <a:tcPr marL="91416" marR="91416" marT="45708" marB="45708" anchor="ctr"/>
                </a:tc>
                <a:tc>
                  <a:txBody>
                    <a:bodyPr/>
                    <a:lstStyle/>
                    <a:p>
                      <a:pPr algn="ctr" rtl="1"/>
                      <a:r>
                        <a:rPr lang="ar-SA" sz="950" b="0" dirty="0">
                          <a:solidFill>
                            <a:srgbClr val="555555"/>
                          </a:solidFill>
                        </a:rPr>
                        <a:t>12</a:t>
                      </a:r>
                      <a:endParaRPr lang="ar-SA" sz="950" b="0" dirty="0">
                        <a:solidFill>
                          <a:srgbClr val="555555"/>
                        </a:solidFill>
                        <a:latin typeface="Sakkal Majalla"/>
                        <a:cs typeface="Sakkal Majalla"/>
                      </a:endParaRPr>
                    </a:p>
                  </a:txBody>
                  <a:tcPr marL="60000" marR="60000" marT="45708" marB="45708" anchor="ctr"/>
                </a:tc>
                <a:extLst>
                  <a:ext uri="{0D108BD9-81ED-4DB2-BD59-A6C34878D82A}">
                    <a16:rowId xmlns:a16="http://schemas.microsoft.com/office/drawing/2014/main" val="50011"/>
                  </a:ext>
                </a:extLst>
              </a:tr>
              <a:tr h="215000">
                <a:tc>
                  <a:txBody>
                    <a:bodyPr/>
                    <a:lstStyle/>
                    <a:p>
                      <a:pPr algn="r" rtl="0"/>
                      <a:r>
                        <a:rPr lang="ar-SA" sz="1050" b="1" kern="1200" dirty="0">
                          <a:solidFill>
                            <a:srgbClr val="4C3C8D"/>
                          </a:solidFill>
                          <a:latin typeface="+mn-lt"/>
                          <a:ea typeface="+mn-ea"/>
                          <a:cs typeface="+mn-cs"/>
                        </a:rPr>
                        <a:t>        EA-POLC-03: سياسة إدارة التغيير في البنية المؤسسية</a:t>
                      </a:r>
                    </a:p>
                  </a:txBody>
                  <a:tcPr marL="91416" marR="91416" marT="45708" marB="45708" anchor="ctr"/>
                </a:tc>
                <a:tc>
                  <a:txBody>
                    <a:bodyPr/>
                    <a:lstStyle/>
                    <a:p>
                      <a:pPr algn="ctr" rtl="1"/>
                      <a:r>
                        <a:rPr lang="ar-SA" sz="950" b="0" dirty="0">
                          <a:solidFill>
                            <a:srgbClr val="555555"/>
                          </a:solidFill>
                        </a:rPr>
                        <a:t>13</a:t>
                      </a:r>
                      <a:endParaRPr lang="ar-SA" sz="950" b="0" dirty="0">
                        <a:solidFill>
                          <a:srgbClr val="555555"/>
                        </a:solidFill>
                        <a:latin typeface="Sakkal Majalla"/>
                        <a:cs typeface="Sakkal Majalla"/>
                      </a:endParaRPr>
                    </a:p>
                  </a:txBody>
                  <a:tcPr marL="60000" marR="60000" marT="45708" marB="45708" anchor="ctr"/>
                </a:tc>
                <a:extLst>
                  <a:ext uri="{0D108BD9-81ED-4DB2-BD59-A6C34878D82A}">
                    <a16:rowId xmlns:a16="http://schemas.microsoft.com/office/drawing/2014/main" val="50012"/>
                  </a:ext>
                </a:extLst>
              </a:tr>
              <a:tr h="215000">
                <a:tc>
                  <a:txBody>
                    <a:bodyPr/>
                    <a:lstStyle/>
                    <a:p>
                      <a:pPr algn="r" rtl="0"/>
                      <a:r>
                        <a:rPr lang="ar-SA" sz="1050" b="1" kern="1200" dirty="0">
                          <a:solidFill>
                            <a:srgbClr val="4C3C8D"/>
                          </a:solidFill>
                          <a:latin typeface="+mn-lt"/>
                          <a:ea typeface="+mn-ea"/>
                          <a:cs typeface="+mn-cs"/>
                        </a:rPr>
                        <a:t>        EA-POLC-04: سياسة التواصل والتوعية بالبنية المؤسسية</a:t>
                      </a:r>
                    </a:p>
                  </a:txBody>
                  <a:tcPr marL="91416" marR="91416" marT="45708" marB="45708" anchor="ctr"/>
                </a:tc>
                <a:tc>
                  <a:txBody>
                    <a:bodyPr/>
                    <a:lstStyle/>
                    <a:p>
                      <a:pPr algn="ctr" rtl="1"/>
                      <a:r>
                        <a:rPr lang="ar-SA" sz="950" b="0" dirty="0">
                          <a:solidFill>
                            <a:srgbClr val="555555"/>
                          </a:solidFill>
                        </a:rPr>
                        <a:t>14</a:t>
                      </a:r>
                      <a:endParaRPr lang="ar-SA" sz="950" b="0" dirty="0">
                        <a:solidFill>
                          <a:srgbClr val="555555"/>
                        </a:solidFill>
                        <a:latin typeface="Sakkal Majalla"/>
                        <a:cs typeface="Sakkal Majalla"/>
                      </a:endParaRPr>
                    </a:p>
                  </a:txBody>
                  <a:tcPr marL="60000" marR="60000" marT="45708" marB="45708" anchor="ctr"/>
                </a:tc>
                <a:extLst>
                  <a:ext uri="{0D108BD9-81ED-4DB2-BD59-A6C34878D82A}">
                    <a16:rowId xmlns:a16="http://schemas.microsoft.com/office/drawing/2014/main" val="50013"/>
                  </a:ext>
                </a:extLst>
              </a:tr>
              <a:tr h="215000">
                <a:tc>
                  <a:txBody>
                    <a:bodyPr/>
                    <a:lstStyle/>
                    <a:p>
                      <a:pPr algn="r" rtl="0"/>
                      <a:r>
                        <a:rPr lang="ar-SA" sz="1050" b="1" kern="1200" dirty="0">
                          <a:solidFill>
                            <a:srgbClr val="4C3C8D"/>
                          </a:solidFill>
                          <a:latin typeface="+mn-lt"/>
                          <a:ea typeface="+mn-ea"/>
                          <a:cs typeface="+mn-cs"/>
                        </a:rPr>
                        <a:t>        EA-POLC-05: سياسة إدارة طلبات الأعمال والطلبات التقنية</a:t>
                      </a:r>
                    </a:p>
                  </a:txBody>
                  <a:tcPr marL="91416" marR="91416" marT="45708" marB="45708" anchor="ctr"/>
                </a:tc>
                <a:tc>
                  <a:txBody>
                    <a:bodyPr/>
                    <a:lstStyle/>
                    <a:p>
                      <a:pPr algn="ctr" rtl="1"/>
                      <a:r>
                        <a:rPr lang="ar-SA" sz="950" b="0" dirty="0">
                          <a:solidFill>
                            <a:srgbClr val="555555"/>
                          </a:solidFill>
                        </a:rPr>
                        <a:t>15</a:t>
                      </a:r>
                      <a:endParaRPr lang="ar-SA" sz="950" b="0" dirty="0">
                        <a:solidFill>
                          <a:srgbClr val="555555"/>
                        </a:solidFill>
                        <a:latin typeface="Sakkal Majalla"/>
                        <a:cs typeface="Sakkal Majalla"/>
                      </a:endParaRPr>
                    </a:p>
                  </a:txBody>
                  <a:tcPr marL="60000" marR="60000" marT="45708" marB="45708" anchor="ctr"/>
                </a:tc>
                <a:extLst>
                  <a:ext uri="{0D108BD9-81ED-4DB2-BD59-A6C34878D82A}">
                    <a16:rowId xmlns:a16="http://schemas.microsoft.com/office/drawing/2014/main" val="50014"/>
                  </a:ext>
                </a:extLst>
              </a:tr>
              <a:tr h="215000">
                <a:tc>
                  <a:txBody>
                    <a:bodyPr/>
                    <a:lstStyle/>
                    <a:p>
                      <a:pPr algn="r" rtl="0"/>
                      <a:r>
                        <a:rPr lang="ar-SA" sz="1050" b="1" kern="1200" dirty="0">
                          <a:solidFill>
                            <a:srgbClr val="4C3C8D"/>
                          </a:solidFill>
                          <a:latin typeface="+mn-lt"/>
                          <a:ea typeface="+mn-ea"/>
                          <a:cs typeface="+mn-cs"/>
                        </a:rPr>
                        <a:t>        EA-POLC-06: سياسة تقييم الأداء وتحسين البنية المؤسسية</a:t>
                      </a:r>
                    </a:p>
                  </a:txBody>
                  <a:tcPr marL="91416" marR="91416" marT="45708" marB="45708" anchor="ctr"/>
                </a:tc>
                <a:tc>
                  <a:txBody>
                    <a:bodyPr/>
                    <a:lstStyle/>
                    <a:p>
                      <a:pPr algn="ctr" rtl="1"/>
                      <a:r>
                        <a:rPr lang="ar-SA" sz="950" b="0" dirty="0">
                          <a:solidFill>
                            <a:srgbClr val="555555"/>
                          </a:solidFill>
                        </a:rPr>
                        <a:t>16</a:t>
                      </a:r>
                      <a:endParaRPr lang="ar-SA" sz="950" b="0" dirty="0">
                        <a:solidFill>
                          <a:srgbClr val="555555"/>
                        </a:solidFill>
                        <a:latin typeface="Sakkal Majalla"/>
                        <a:cs typeface="Sakkal Majalla"/>
                      </a:endParaRPr>
                    </a:p>
                  </a:txBody>
                  <a:tcPr marL="60000" marR="60000" marT="45708" marB="45708" anchor="ctr"/>
                </a:tc>
                <a:extLst>
                  <a:ext uri="{0D108BD9-81ED-4DB2-BD59-A6C34878D82A}">
                    <a16:rowId xmlns:a16="http://schemas.microsoft.com/office/drawing/2014/main" val="50015"/>
                  </a:ext>
                </a:extLst>
              </a:tr>
              <a:tr h="215000">
                <a:tc>
                  <a:txBody>
                    <a:bodyPr/>
                    <a:lstStyle/>
                    <a:p>
                      <a:pPr algn="r" rtl="0"/>
                      <a:r>
                        <a:rPr lang="ar-SA" sz="1050" b="1" kern="1200" dirty="0">
                          <a:solidFill>
                            <a:srgbClr val="4C3C8D"/>
                          </a:solidFill>
                          <a:latin typeface="+mn-lt"/>
                          <a:ea typeface="+mn-ea"/>
                          <a:cs typeface="+mn-cs"/>
                        </a:rPr>
                        <a:t>        EA-POLC-07: سياسة دعم حوكمة الاستثمارات الرقمية</a:t>
                      </a:r>
                    </a:p>
                  </a:txBody>
                  <a:tcPr marL="91416" marR="91416" marT="45708" marB="45708" anchor="ctr"/>
                </a:tc>
                <a:tc>
                  <a:txBody>
                    <a:bodyPr/>
                    <a:lstStyle/>
                    <a:p>
                      <a:pPr algn="ctr" rtl="1"/>
                      <a:r>
                        <a:rPr lang="ar-SA" sz="950" b="0" dirty="0">
                          <a:solidFill>
                            <a:srgbClr val="555555"/>
                          </a:solidFill>
                        </a:rPr>
                        <a:t>17</a:t>
                      </a:r>
                      <a:endParaRPr lang="ar-SA" sz="950" b="0" dirty="0">
                        <a:solidFill>
                          <a:srgbClr val="555555"/>
                        </a:solidFill>
                        <a:latin typeface="Sakkal Majalla"/>
                        <a:cs typeface="Sakkal Majalla"/>
                      </a:endParaRPr>
                    </a:p>
                  </a:txBody>
                  <a:tcPr marL="60000" marR="60000" marT="45708" marB="45708" anchor="ctr"/>
                </a:tc>
                <a:extLst>
                  <a:ext uri="{0D108BD9-81ED-4DB2-BD59-A6C34878D82A}">
                    <a16:rowId xmlns:a16="http://schemas.microsoft.com/office/drawing/2014/main" val="50016"/>
                  </a:ext>
                </a:extLst>
              </a:tr>
              <a:tr h="215000">
                <a:tc>
                  <a:txBody>
                    <a:bodyPr/>
                    <a:lstStyle/>
                    <a:p>
                      <a:pPr algn="r" rtl="0"/>
                      <a:r>
                        <a:rPr lang="ar-SA" sz="1050" b="1" kern="1200" dirty="0">
                          <a:solidFill>
                            <a:srgbClr val="4C3C8D"/>
                          </a:solidFill>
                          <a:latin typeface="+mn-lt"/>
                          <a:ea typeface="+mn-ea"/>
                          <a:cs typeface="+mn-cs"/>
                        </a:rPr>
                        <a:t>        EA-POLC-08: سياسة المشاركة وتبادل المعرفة في البنية المؤسسية</a:t>
                      </a:r>
                    </a:p>
                  </a:txBody>
                  <a:tcPr marL="91416" marR="91416" marT="45708" marB="45708" anchor="ctr"/>
                </a:tc>
                <a:tc>
                  <a:txBody>
                    <a:bodyPr/>
                    <a:lstStyle/>
                    <a:p>
                      <a:pPr algn="ctr" rtl="1"/>
                      <a:r>
                        <a:rPr lang="ar-SA" sz="950" b="0" dirty="0">
                          <a:solidFill>
                            <a:srgbClr val="555555"/>
                          </a:solidFill>
                        </a:rPr>
                        <a:t>18</a:t>
                      </a:r>
                      <a:endParaRPr lang="ar-SA" sz="950" b="0" dirty="0">
                        <a:solidFill>
                          <a:srgbClr val="555555"/>
                        </a:solidFill>
                        <a:latin typeface="Sakkal Majalla"/>
                        <a:cs typeface="Sakkal Majalla"/>
                      </a:endParaRPr>
                    </a:p>
                  </a:txBody>
                  <a:tcPr marL="60000" marR="60000" marT="45708" marB="45708" anchor="ctr"/>
                </a:tc>
                <a:extLst>
                  <a:ext uri="{0D108BD9-81ED-4DB2-BD59-A6C34878D82A}">
                    <a16:rowId xmlns:a16="http://schemas.microsoft.com/office/drawing/2014/main" val="50017"/>
                  </a:ext>
                </a:extLst>
              </a:tr>
              <a:tr h="215000">
                <a:tc>
                  <a:txBody>
                    <a:bodyPr/>
                    <a:lstStyle/>
                    <a:p>
                      <a:pPr algn="r" rtl="0"/>
                      <a:r>
                        <a:rPr lang="ar-SA" sz="1050" b="1" kern="1200" dirty="0">
                          <a:solidFill>
                            <a:srgbClr val="4C3C8D"/>
                          </a:solidFill>
                          <a:latin typeface="+mn-lt"/>
                          <a:ea typeface="+mn-ea"/>
                          <a:cs typeface="+mn-cs"/>
                        </a:rPr>
                        <a:t>        EA-POLC-09: سياسة إدارة المخاطر في البنية المؤسسية</a:t>
                      </a:r>
                    </a:p>
                  </a:txBody>
                  <a:tcPr marL="91416" marR="91416" marT="45708" marB="45708" anchor="ctr"/>
                </a:tc>
                <a:tc>
                  <a:txBody>
                    <a:bodyPr/>
                    <a:lstStyle/>
                    <a:p>
                      <a:pPr algn="ctr" rtl="1"/>
                      <a:r>
                        <a:rPr lang="ar-SA" sz="950" b="0" dirty="0">
                          <a:solidFill>
                            <a:srgbClr val="555555"/>
                          </a:solidFill>
                        </a:rPr>
                        <a:t>19</a:t>
                      </a:r>
                      <a:endParaRPr lang="ar-SA" sz="950" b="0" dirty="0">
                        <a:solidFill>
                          <a:srgbClr val="555555"/>
                        </a:solidFill>
                        <a:latin typeface="Sakkal Majalla"/>
                        <a:cs typeface="Sakkal Majalla"/>
                      </a:endParaRPr>
                    </a:p>
                  </a:txBody>
                  <a:tcPr marL="60000" marR="60000" marT="45708" marB="45708" anchor="ctr"/>
                </a:tc>
                <a:extLst>
                  <a:ext uri="{0D108BD9-81ED-4DB2-BD59-A6C34878D82A}">
                    <a16:rowId xmlns:a16="http://schemas.microsoft.com/office/drawing/2014/main" val="50018"/>
                  </a:ext>
                </a:extLst>
              </a:tr>
              <a:tr h="215000">
                <a:tc>
                  <a:txBody>
                    <a:bodyPr/>
                    <a:lstStyle/>
                    <a:p>
                      <a:pPr algn="r" rtl="0"/>
                      <a:r>
                        <a:rPr lang="ar-SA" sz="1050" b="1" kern="1200" dirty="0">
                          <a:solidFill>
                            <a:srgbClr val="4C3C8D"/>
                          </a:solidFill>
                          <a:latin typeface="+mn-lt"/>
                          <a:ea typeface="+mn-ea"/>
                          <a:cs typeface="+mn-cs"/>
                        </a:rPr>
                        <a:t>        EA-POLC-10: سياسة إدارة البيانات والمعلومات في البنية المؤسسية</a:t>
                      </a:r>
                    </a:p>
                  </a:txBody>
                  <a:tcPr marL="91416" marR="91416" marT="45708" marB="45708" anchor="ctr"/>
                </a:tc>
                <a:tc>
                  <a:txBody>
                    <a:bodyPr/>
                    <a:lstStyle/>
                    <a:p>
                      <a:pPr algn="ctr" rtl="1"/>
                      <a:r>
                        <a:rPr lang="ar-SA" sz="950" b="0" dirty="0">
                          <a:solidFill>
                            <a:srgbClr val="555555"/>
                          </a:solidFill>
                        </a:rPr>
                        <a:t>20</a:t>
                      </a:r>
                      <a:endParaRPr lang="ar-SA" sz="950" b="0" dirty="0">
                        <a:solidFill>
                          <a:srgbClr val="555555"/>
                        </a:solidFill>
                        <a:latin typeface="Sakkal Majalla"/>
                        <a:cs typeface="Sakkal Majalla"/>
                      </a:endParaRPr>
                    </a:p>
                  </a:txBody>
                  <a:tcPr marL="60000" marR="60000" marT="45708" marB="45708" anchor="ctr"/>
                </a:tc>
                <a:extLst>
                  <a:ext uri="{0D108BD9-81ED-4DB2-BD59-A6C34878D82A}">
                    <a16:rowId xmlns:a16="http://schemas.microsoft.com/office/drawing/2014/main" val="50019"/>
                  </a:ext>
                </a:extLst>
              </a:tr>
              <a:tr h="233743">
                <a:tc>
                  <a:txBody>
                    <a:bodyPr/>
                    <a:lstStyle/>
                    <a:p>
                      <a:pPr marL="0" algn="r" defTabSz="914400" rtl="0" eaLnBrk="1" latinLnBrk="0" hangingPunct="1"/>
                      <a:r>
                        <a:rPr lang="ar-SA" sz="1050" b="1" kern="1200" dirty="0">
                          <a:solidFill>
                            <a:srgbClr val="4C3C8D"/>
                          </a:solidFill>
                          <a:latin typeface="+mn-lt"/>
                          <a:ea typeface="+mn-ea"/>
                          <a:cs typeface="+mn-cs"/>
                        </a:rPr>
                        <a:t>03 — ربط السياسات بالإجراءات</a:t>
                      </a:r>
                    </a:p>
                  </a:txBody>
                  <a:tcPr marL="91416" marR="91416" marT="45708" marB="45708" anchor="ctr"/>
                </a:tc>
                <a:tc>
                  <a:txBody>
                    <a:bodyPr/>
                    <a:lstStyle/>
                    <a:p>
                      <a:pPr algn="ctr" rtl="1"/>
                      <a:r>
                        <a:rPr lang="ar-SA" sz="1050" b="1" dirty="0">
                          <a:solidFill>
                            <a:srgbClr val="4C3C8D"/>
                          </a:solidFill>
                        </a:rPr>
                        <a:t>21</a:t>
                      </a:r>
                      <a:endParaRPr lang="ar-SA" sz="1050" b="1" dirty="0">
                        <a:solidFill>
                          <a:srgbClr val="4C3C8D"/>
                        </a:solidFill>
                        <a:latin typeface="Sakkal Majalla"/>
                        <a:cs typeface="Sakkal Majalla"/>
                      </a:endParaRPr>
                    </a:p>
                  </a:txBody>
                  <a:tcPr marL="60000" marR="60000" marT="45708" marB="45708" anchor="ctr"/>
                </a:tc>
                <a:extLst>
                  <a:ext uri="{0D108BD9-81ED-4DB2-BD59-A6C34878D82A}">
                    <a16:rowId xmlns:a16="http://schemas.microsoft.com/office/drawing/2014/main" val="1636509812"/>
                  </a:ext>
                </a:extLst>
              </a:tr>
              <a:tr h="215000">
                <a:tc>
                  <a:txBody>
                    <a:bodyPr/>
                    <a:lstStyle/>
                    <a:p>
                      <a:pPr marL="0" algn="r" defTabSz="914400" rtl="0" eaLnBrk="1" latinLnBrk="0" hangingPunct="1"/>
                      <a:r>
                        <a:rPr lang="ar-SA" sz="1050" b="1" kern="1200" dirty="0">
                          <a:solidFill>
                            <a:srgbClr val="4C3C8D"/>
                          </a:solidFill>
                          <a:latin typeface="+mn-lt"/>
                          <a:ea typeface="+mn-ea"/>
                          <a:cs typeface="+mn-cs"/>
                        </a:rPr>
                        <a:t>    نظرة عامة على الإجراءات</a:t>
                      </a:r>
                    </a:p>
                  </a:txBody>
                  <a:tcPr marL="91416" marR="91416" marT="45708" marB="45708" anchor="ctr"/>
                </a:tc>
                <a:tc>
                  <a:txBody>
                    <a:bodyPr/>
                    <a:lstStyle/>
                    <a:p>
                      <a:pPr algn="ctr" rtl="1"/>
                      <a:r>
                        <a:rPr lang="ar-SA" sz="1000" b="0" dirty="0">
                          <a:solidFill>
                            <a:srgbClr val="1C2B4A"/>
                          </a:solidFill>
                        </a:rPr>
                        <a:t>22</a:t>
                      </a:r>
                      <a:endParaRPr lang="ar-SA" sz="1000" b="0" dirty="0">
                        <a:solidFill>
                          <a:srgbClr val="1C2B4A"/>
                        </a:solidFill>
                        <a:latin typeface="Sakkal Majalla"/>
                        <a:cs typeface="Sakkal Majalla"/>
                      </a:endParaRPr>
                    </a:p>
                  </a:txBody>
                  <a:tcPr marL="60000" marR="60000" marT="45708" marB="45708" anchor="ctr"/>
                </a:tc>
                <a:extLst>
                  <a:ext uri="{0D108BD9-81ED-4DB2-BD59-A6C34878D82A}">
                    <a16:rowId xmlns:a16="http://schemas.microsoft.com/office/drawing/2014/main" val="3747577390"/>
                  </a:ext>
                </a:extLst>
              </a:tr>
              <a:tr h="215000">
                <a:tc>
                  <a:txBody>
                    <a:bodyPr/>
                    <a:lstStyle/>
                    <a:p>
                      <a:pPr marL="0" algn="r" defTabSz="914400" rtl="0" eaLnBrk="1" latinLnBrk="0" hangingPunct="1"/>
                      <a:r>
                        <a:rPr lang="ar-SA" sz="1050" b="1" kern="1200" dirty="0">
                          <a:solidFill>
                            <a:srgbClr val="4C3C8D"/>
                          </a:solidFill>
                          <a:latin typeface="+mn-lt"/>
                          <a:ea typeface="+mn-ea"/>
                          <a:cs typeface="+mn-cs"/>
                        </a:rPr>
                        <a:t>    مصفوفة ربط السياسات بالإجراءات</a:t>
                      </a:r>
                    </a:p>
                  </a:txBody>
                  <a:tcPr marL="91416" marR="91416" marT="45708" marB="45708" anchor="ctr"/>
                </a:tc>
                <a:tc>
                  <a:txBody>
                    <a:bodyPr/>
                    <a:lstStyle/>
                    <a:p>
                      <a:pPr algn="ctr" rtl="1"/>
                      <a:r>
                        <a:rPr lang="ar-SA" sz="1000" b="0" dirty="0">
                          <a:solidFill>
                            <a:srgbClr val="1C2B4A"/>
                          </a:solidFill>
                        </a:rPr>
                        <a:t>23</a:t>
                      </a:r>
                      <a:endParaRPr lang="ar-SA" sz="1000" b="0" dirty="0">
                        <a:solidFill>
                          <a:srgbClr val="1C2B4A"/>
                        </a:solidFill>
                        <a:latin typeface="Sakkal Majalla"/>
                        <a:cs typeface="Sakkal Majalla"/>
                      </a:endParaRPr>
                    </a:p>
                  </a:txBody>
                  <a:tcPr marL="60000" marR="60000" marT="45708" marB="45708" anchor="ctr"/>
                </a:tc>
                <a:extLst>
                  <a:ext uri="{0D108BD9-81ED-4DB2-BD59-A6C34878D82A}">
                    <a16:rowId xmlns:a16="http://schemas.microsoft.com/office/drawing/2014/main" val="1287635368"/>
                  </a:ext>
                </a:extLst>
              </a:tr>
            </a:tbl>
          </a:graphicData>
        </a:graphic>
      </p:graphicFrame>
    </p:spTree>
    <p:extLst>
      <p:ext uri="{BB962C8B-B14F-4D97-AF65-F5344CB8AC3E}">
        <p14:creationId xmlns:p14="http://schemas.microsoft.com/office/powerpoint/2010/main" val="10034671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FCA83-A901-33D7-A649-CB0DF3E006B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6138113-6538-618D-5ED5-193C731575AD}"/>
              </a:ext>
            </a:extLst>
          </p:cNvPr>
          <p:cNvSpPr>
            <a:spLocks noGrp="1"/>
          </p:cNvSpPr>
          <p:nvPr>
            <p:ph type="title"/>
          </p:nvPr>
        </p:nvSpPr>
        <p:spPr>
          <a:xfrm>
            <a:off x="4890977" y="3925452"/>
            <a:ext cx="6653323" cy="641639"/>
          </a:xfrm>
        </p:spPr>
        <p:txBody>
          <a:bodyPr/>
          <a:lstStyle/>
          <a:p>
            <a:r>
              <a:rPr lang="ar-EG" dirty="0"/>
              <a:t> مقدمة حول سياسات البنية المؤسسية</a:t>
            </a:r>
            <a:endParaRPr lang="en-US" dirty="0"/>
          </a:p>
        </p:txBody>
      </p:sp>
      <p:sp>
        <p:nvSpPr>
          <p:cNvPr id="4" name="Text Placeholder 3">
            <a:extLst>
              <a:ext uri="{FF2B5EF4-FFF2-40B4-BE49-F238E27FC236}">
                <a16:creationId xmlns:a16="http://schemas.microsoft.com/office/drawing/2014/main" id="{35E7D0D6-7B49-E147-2842-D244DA26113A}"/>
              </a:ext>
            </a:extLst>
          </p:cNvPr>
          <p:cNvSpPr>
            <a:spLocks noGrp="1"/>
          </p:cNvSpPr>
          <p:nvPr>
            <p:ph type="body" sz="quarter" idx="14"/>
          </p:nvPr>
        </p:nvSpPr>
        <p:spPr/>
        <p:txBody>
          <a:bodyPr/>
          <a:lstStyle/>
          <a:p>
            <a:r>
              <a:rPr lang="en-US" dirty="0"/>
              <a:t>01</a:t>
            </a:r>
          </a:p>
        </p:txBody>
      </p:sp>
    </p:spTree>
    <p:extLst>
      <p:ext uri="{BB962C8B-B14F-4D97-AF65-F5344CB8AC3E}">
        <p14:creationId xmlns:p14="http://schemas.microsoft.com/office/powerpoint/2010/main" val="2491754454"/>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B7F4011-B976-54F9-3162-6690826CE786}"/>
              </a:ext>
            </a:extLst>
          </p:cNvPr>
          <p:cNvSpPr>
            <a:spLocks noGrp="1"/>
          </p:cNvSpPr>
          <p:nvPr>
            <p:ph type="sldNum" sz="quarter" idx="12"/>
          </p:nvPr>
        </p:nvSpPr>
        <p:spPr/>
        <p:txBody>
          <a:bodyPr/>
          <a:lstStyle/>
          <a:p>
            <a:fld id="{0BE4EC83-A869-464E-AE9F-881796FB085E}" type="slidenum">
              <a:rPr lang="en-US" smtClean="0"/>
              <a:t>7</a:t>
            </a:fld>
            <a:endParaRPr lang="en-US" dirty="0"/>
          </a:p>
        </p:txBody>
      </p:sp>
      <p:sp>
        <p:nvSpPr>
          <p:cNvPr id="7" name="Title 1">
            <a:extLst>
              <a:ext uri="{FF2B5EF4-FFF2-40B4-BE49-F238E27FC236}">
                <a16:creationId xmlns:a16="http://schemas.microsoft.com/office/drawing/2014/main" id="{C6675DDE-E58E-982D-BB96-FEC5B8EC85A8}"/>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المصطلحات والتعريفات</a:t>
            </a:r>
            <a:endParaRPr lang="en-US" dirty="0"/>
          </a:p>
        </p:txBody>
      </p:sp>
      <p:graphicFrame>
        <p:nvGraphicFramePr>
          <p:cNvPr id="202" name="Table 202"/>
          <p:cNvGraphicFramePr>
            <a:graphicFrameLocks noGrp="1"/>
          </p:cNvGraphicFramePr>
          <p:nvPr>
            <p:extLst>
              <p:ext uri="{D42A27DB-BD31-4B8C-83A1-F6EECF244321}">
                <p14:modId xmlns:p14="http://schemas.microsoft.com/office/powerpoint/2010/main" val="1232632918"/>
              </p:ext>
            </p:extLst>
          </p:nvPr>
        </p:nvGraphicFramePr>
        <p:xfrm>
          <a:off x="349999" y="1080000"/>
          <a:ext cx="11191967" cy="5000000"/>
        </p:xfrm>
        <a:graphic>
          <a:graphicData uri="http://schemas.openxmlformats.org/drawingml/2006/table">
            <a:tbl>
              <a:tblPr firstRow="1">
                <a:tableStyleId>{5C22544A-7EE6-4342-B048-85BDC9FD1C3A}</a:tableStyleId>
              </a:tblPr>
              <a:tblGrid>
                <a:gridCol w="9024478">
                  <a:extLst>
                    <a:ext uri="{9D8B030D-6E8A-4147-A177-3AD203B41FA5}">
                      <a16:colId xmlns:a16="http://schemas.microsoft.com/office/drawing/2014/main" val="20001"/>
                    </a:ext>
                  </a:extLst>
                </a:gridCol>
                <a:gridCol w="2167489">
                  <a:extLst>
                    <a:ext uri="{9D8B030D-6E8A-4147-A177-3AD203B41FA5}">
                      <a16:colId xmlns:a16="http://schemas.microsoft.com/office/drawing/2014/main" val="1192150564"/>
                    </a:ext>
                  </a:extLst>
                </a:gridCol>
              </a:tblGrid>
              <a:tr h="280000">
                <a:tc>
                  <a:txBody>
                    <a:bodyPr/>
                    <a:lstStyle/>
                    <a:p>
                      <a:pPr algn="ctr" rtl="1"/>
                      <a:r>
                        <a:rPr lang="ar-SA" sz="1100" b="1" dirty="0">
                          <a:solidFill>
                            <a:srgbClr val="FFFFFF"/>
                          </a:solidFill>
                          <a:latin typeface="Sakkal Majalla"/>
                          <a:cs typeface="Sakkal Majalla"/>
                        </a:rPr>
                        <a:t>التعريف</a:t>
                      </a:r>
                    </a:p>
                  </a:txBody>
                  <a:tcPr marL="91416" marR="91416" marT="45708" marB="45708" anchor="ctr">
                    <a:solidFill>
                      <a:srgbClr val="4C3C8D"/>
                    </a:solidFill>
                  </a:tcPr>
                </a:tc>
                <a:tc>
                  <a:txBody>
                    <a:bodyPr/>
                    <a:lstStyle/>
                    <a:p>
                      <a:pPr algn="ctr" rtl="1"/>
                      <a:r>
                        <a:rPr lang="ar-SA" sz="1100" b="1" dirty="0">
                          <a:solidFill>
                            <a:srgbClr val="FFFFFF"/>
                          </a:solidFill>
                          <a:latin typeface="Sakkal Majalla"/>
                          <a:cs typeface="Sakkal Majalla"/>
                        </a:rPr>
                        <a:t>المصطلح</a:t>
                      </a:r>
                    </a:p>
                  </a:txBody>
                  <a:tcPr marL="91416" marR="91416" marT="45708" marB="45708" anchor="ctr">
                    <a:solidFill>
                      <a:srgbClr val="4C3C8D"/>
                    </a:solidFill>
                  </a:tcPr>
                </a:tc>
                <a:extLst>
                  <a:ext uri="{0D108BD9-81ED-4DB2-BD59-A6C34878D82A}">
                    <a16:rowId xmlns:a16="http://schemas.microsoft.com/office/drawing/2014/main" val="60000"/>
                  </a:ext>
                </a:extLst>
              </a:tr>
              <a:tr h="295000">
                <a:tc>
                  <a:txBody>
                    <a:bodyPr/>
                    <a:lstStyle/>
                    <a:p>
                      <a:pPr algn="r" rtl="1"/>
                      <a:r>
                        <a:rPr lang="ar-SA" sz="1200" b="0" dirty="0">
                          <a:solidFill>
                            <a:srgbClr val="1C2B4A"/>
                          </a:solidFill>
                          <a:latin typeface="Sakkal Majalla"/>
                          <a:cs typeface="Sakkal Majalla"/>
                        </a:rPr>
                        <a:t>توجيه رسمي معتمد يحدد الأحكام والمبادئ الحاكمة التي يُلزَم بها في ممارسة البنية المؤسسية داخل الهيئة.</a:t>
                      </a:r>
                    </a:p>
                  </a:txBody>
                  <a:tcPr marL="91416" marR="91416" marT="45708" marB="45708" anchor="ctr">
                    <a:solidFill>
                      <a:srgbClr val="F2F0FA"/>
                    </a:solidFill>
                  </a:tcPr>
                </a:tc>
                <a:tc>
                  <a:txBody>
                    <a:bodyPr/>
                    <a:lstStyle/>
                    <a:p>
                      <a:pPr algn="r" rtl="1"/>
                      <a:r>
                        <a:rPr lang="ar-SA" sz="1200" b="1" dirty="0">
                          <a:solidFill>
                            <a:srgbClr val="4C3C8D"/>
                          </a:solidFill>
                          <a:latin typeface="Sakkal Majalla"/>
                          <a:cs typeface="Sakkal Majalla"/>
                        </a:rPr>
                        <a:t>سياسة البنية المؤسسية</a:t>
                      </a:r>
                    </a:p>
                  </a:txBody>
                  <a:tcPr marL="91416" marR="91416" marT="45708" marB="45708" anchor="ctr">
                    <a:solidFill>
                      <a:srgbClr val="F2F0FA"/>
                    </a:solidFill>
                  </a:tcPr>
                </a:tc>
                <a:extLst>
                  <a:ext uri="{0D108BD9-81ED-4DB2-BD59-A6C34878D82A}">
                    <a16:rowId xmlns:a16="http://schemas.microsoft.com/office/drawing/2014/main" val="60001"/>
                  </a:ext>
                </a:extLst>
              </a:tr>
              <a:tr h="295000">
                <a:tc>
                  <a:txBody>
                    <a:bodyPr/>
                    <a:lstStyle/>
                    <a:p>
                      <a:pPr algn="r" rtl="1"/>
                      <a:r>
                        <a:rPr lang="ar-SA" sz="1200" b="0" dirty="0">
                          <a:solidFill>
                            <a:srgbClr val="1C2B4A"/>
                          </a:solidFill>
                          <a:latin typeface="Sakkal Majalla"/>
                          <a:cs typeface="Sakkal Majalla"/>
                        </a:rPr>
                        <a:t>الأحكام الإلزامية المكتوبة بصيغ «يجب» و«لا يجوز» و«ينبغي»، وتُمثِّل جوهر السياسة وروحها التنظيمية.</a:t>
                      </a:r>
                    </a:p>
                  </a:txBody>
                  <a:tcPr marL="91416" marR="91416" marT="45708" marB="45708" anchor="ctr">
                    <a:solidFill>
                      <a:srgbClr val="FFFFFF"/>
                    </a:solidFill>
                  </a:tcPr>
                </a:tc>
                <a:tc>
                  <a:txBody>
                    <a:bodyPr/>
                    <a:lstStyle/>
                    <a:p>
                      <a:pPr algn="r" rtl="1"/>
                      <a:r>
                        <a:rPr lang="ar-SA" sz="1200" b="1" dirty="0">
                          <a:solidFill>
                            <a:srgbClr val="4C3C8D"/>
                          </a:solidFill>
                          <a:latin typeface="Sakkal Majalla"/>
                          <a:cs typeface="Sakkal Majalla"/>
                        </a:rPr>
                        <a:t>نص السياسة</a:t>
                      </a:r>
                    </a:p>
                  </a:txBody>
                  <a:tcPr marL="91416" marR="91416" marT="45708" marB="45708" anchor="ctr">
                    <a:solidFill>
                      <a:srgbClr val="FFFFFF"/>
                    </a:solidFill>
                  </a:tcPr>
                </a:tc>
                <a:extLst>
                  <a:ext uri="{0D108BD9-81ED-4DB2-BD59-A6C34878D82A}">
                    <a16:rowId xmlns:a16="http://schemas.microsoft.com/office/drawing/2014/main" val="60002"/>
                  </a:ext>
                </a:extLst>
              </a:tr>
              <a:tr h="295000">
                <a:tc>
                  <a:txBody>
                    <a:bodyPr/>
                    <a:lstStyle/>
                    <a:p>
                      <a:pPr algn="r" rtl="1"/>
                      <a:r>
                        <a:rPr lang="ar-SA" sz="1200" b="0" dirty="0">
                          <a:solidFill>
                            <a:srgbClr val="1C2B4A"/>
                          </a:solidFill>
                          <a:latin typeface="Sakkal Majalla"/>
                          <a:cs typeface="Sakkal Majalla"/>
                        </a:rPr>
                        <a:t>الجهة المسؤولة عن إعداد السياسة ومتابعة تطبيقها وتحديثها الدوري، وهي مكتب البنية المؤسسية.</a:t>
                      </a:r>
                    </a:p>
                  </a:txBody>
                  <a:tcPr marL="91416" marR="91416" marT="45708" marB="45708" anchor="ctr">
                    <a:solidFill>
                      <a:srgbClr val="F2F0FA"/>
                    </a:solidFill>
                  </a:tcPr>
                </a:tc>
                <a:tc>
                  <a:txBody>
                    <a:bodyPr/>
                    <a:lstStyle/>
                    <a:p>
                      <a:pPr algn="r" rtl="1"/>
                      <a:r>
                        <a:rPr lang="ar-SA" sz="1200" b="1" dirty="0">
                          <a:solidFill>
                            <a:srgbClr val="4C3C8D"/>
                          </a:solidFill>
                          <a:latin typeface="Sakkal Majalla"/>
                          <a:cs typeface="Sakkal Majalla"/>
                        </a:rPr>
                        <a:t>مالك السياسة</a:t>
                      </a:r>
                    </a:p>
                  </a:txBody>
                  <a:tcPr marL="91416" marR="91416" marT="45708" marB="45708" anchor="ctr">
                    <a:solidFill>
                      <a:srgbClr val="F2F0FA"/>
                    </a:solidFill>
                  </a:tcPr>
                </a:tc>
                <a:extLst>
                  <a:ext uri="{0D108BD9-81ED-4DB2-BD59-A6C34878D82A}">
                    <a16:rowId xmlns:a16="http://schemas.microsoft.com/office/drawing/2014/main" val="60003"/>
                  </a:ext>
                </a:extLst>
              </a:tr>
              <a:tr h="295000">
                <a:tc>
                  <a:txBody>
                    <a:bodyPr/>
                    <a:lstStyle/>
                    <a:p>
                      <a:pPr algn="r" rtl="1"/>
                      <a:r>
                        <a:rPr lang="ar-SA" sz="1200" b="0" dirty="0">
                          <a:solidFill>
                            <a:srgbClr val="1C2B4A"/>
                          </a:solidFill>
                          <a:latin typeface="Sakkal Majalla"/>
                          <a:cs typeface="Sakkal Majalla"/>
                        </a:rPr>
                        <a:t>الجهة المخوَّلة رسمياً بمنح الاعتماد الرسمي للسياسة وإصدارها ونشرها.</a:t>
                      </a:r>
                      <a:r>
                        <a:rPr lang="en-US" sz="1200" b="0" dirty="0">
                          <a:solidFill>
                            <a:srgbClr val="1C2B4A"/>
                          </a:solidFill>
                          <a:latin typeface="Sakkal Majalla"/>
                          <a:cs typeface="Sakkal Majalla"/>
                        </a:rPr>
                        <a:t> </a:t>
                      </a:r>
                      <a:r>
                        <a:rPr lang="ar-EG" sz="1200" b="0" dirty="0">
                          <a:solidFill>
                            <a:srgbClr val="1C2B4A"/>
                          </a:solidFill>
                          <a:latin typeface="Sakkal Majalla"/>
                          <a:cs typeface="Sakkal Majalla"/>
                        </a:rPr>
                        <a:t>(</a:t>
                      </a:r>
                      <a:r>
                        <a:rPr lang="ar-EG" sz="1200" kern="1200" dirty="0">
                          <a:solidFill>
                            <a:schemeClr val="tx1"/>
                          </a:solidFill>
                          <a:effectLst/>
                          <a:latin typeface="Sakkal Majalla" panose="02000000000000000000" pitchFamily="2" charset="-78"/>
                          <a:ea typeface="+mn-ea"/>
                          <a:cs typeface="Sakkal Majalla" panose="02000000000000000000" pitchFamily="2" charset="-78"/>
                        </a:rPr>
                        <a:t>الإدارة العامة للتخطيط والتميز المؤسسي)</a:t>
                      </a:r>
                      <a:endParaRPr lang="ar-SA" sz="1200" b="0" dirty="0">
                        <a:solidFill>
                          <a:srgbClr val="1C2B4A"/>
                        </a:solidFill>
                        <a:latin typeface="Sakkal Majalla"/>
                        <a:cs typeface="Sakkal Majalla"/>
                      </a:endParaRPr>
                    </a:p>
                  </a:txBody>
                  <a:tcPr marL="91416" marR="91416" marT="45708" marB="45708" anchor="ctr">
                    <a:solidFill>
                      <a:srgbClr val="FFFFFF"/>
                    </a:solidFill>
                  </a:tcPr>
                </a:tc>
                <a:tc>
                  <a:txBody>
                    <a:bodyPr/>
                    <a:lstStyle/>
                    <a:p>
                      <a:pPr algn="r" rtl="1"/>
                      <a:r>
                        <a:rPr lang="ar-SA" sz="1200" b="1" dirty="0">
                          <a:solidFill>
                            <a:srgbClr val="4C3C8D"/>
                          </a:solidFill>
                          <a:latin typeface="Sakkal Majalla"/>
                          <a:cs typeface="Sakkal Majalla"/>
                        </a:rPr>
                        <a:t>الجهة المعتمِدة</a:t>
                      </a:r>
                    </a:p>
                  </a:txBody>
                  <a:tcPr marL="91416" marR="91416" marT="45708" marB="45708" anchor="ctr">
                    <a:solidFill>
                      <a:srgbClr val="FFFFFF"/>
                    </a:solidFill>
                  </a:tcPr>
                </a:tc>
                <a:extLst>
                  <a:ext uri="{0D108BD9-81ED-4DB2-BD59-A6C34878D82A}">
                    <a16:rowId xmlns:a16="http://schemas.microsoft.com/office/drawing/2014/main" val="60004"/>
                  </a:ext>
                </a:extLst>
              </a:tr>
              <a:tr h="295000">
                <a:tc>
                  <a:txBody>
                    <a:bodyPr/>
                    <a:lstStyle/>
                    <a:p>
                      <a:pPr algn="r" rtl="1"/>
                      <a:r>
                        <a:rPr lang="ar-SA" sz="1200" b="0" dirty="0">
                          <a:solidFill>
                            <a:srgbClr val="1C2B4A"/>
                          </a:solidFill>
                          <a:latin typeface="Sakkal Majalla"/>
                          <a:cs typeface="Sakkal Majalla"/>
                        </a:rPr>
                        <a:t>الحدود والمجالات والجهات والعمليات التي تسري عليها أحكام السياسة.</a:t>
                      </a:r>
                    </a:p>
                  </a:txBody>
                  <a:tcPr marL="91416" marR="91416" marT="45708" marB="45708" anchor="ctr">
                    <a:solidFill>
                      <a:srgbClr val="F2F0FA"/>
                    </a:solidFill>
                  </a:tcPr>
                </a:tc>
                <a:tc>
                  <a:txBody>
                    <a:bodyPr/>
                    <a:lstStyle/>
                    <a:p>
                      <a:pPr algn="r" rtl="1"/>
                      <a:r>
                        <a:rPr lang="ar-SA" sz="1200" b="1" dirty="0">
                          <a:solidFill>
                            <a:srgbClr val="4C3C8D"/>
                          </a:solidFill>
                          <a:latin typeface="Sakkal Majalla"/>
                          <a:cs typeface="Sakkal Majalla"/>
                        </a:rPr>
                        <a:t>نطاق التطبيق</a:t>
                      </a:r>
                    </a:p>
                  </a:txBody>
                  <a:tcPr marL="91416" marR="91416" marT="45708" marB="45708" anchor="ctr">
                    <a:solidFill>
                      <a:srgbClr val="F2F0FA"/>
                    </a:solidFill>
                  </a:tcPr>
                </a:tc>
                <a:extLst>
                  <a:ext uri="{0D108BD9-81ED-4DB2-BD59-A6C34878D82A}">
                    <a16:rowId xmlns:a16="http://schemas.microsoft.com/office/drawing/2014/main" val="60005"/>
                  </a:ext>
                </a:extLst>
              </a:tr>
              <a:tr h="295000">
                <a:tc>
                  <a:txBody>
                    <a:bodyPr/>
                    <a:lstStyle/>
                    <a:p>
                      <a:pPr algn="r" rtl="1"/>
                      <a:r>
                        <a:rPr lang="ar-SA" sz="1200" b="0" dirty="0">
                          <a:solidFill>
                            <a:srgbClr val="1C2B4A"/>
                          </a:solidFill>
                          <a:latin typeface="Sakkal Majalla"/>
                          <a:cs typeface="Sakkal Majalla"/>
                        </a:rPr>
                        <a:t>الأطراف والجهات </a:t>
                      </a:r>
                      <a:r>
                        <a:rPr lang="ar-EG" sz="1200" b="0" dirty="0">
                          <a:solidFill>
                            <a:srgbClr val="1C2B4A"/>
                          </a:solidFill>
                          <a:latin typeface="Sakkal Majalla"/>
                          <a:cs typeface="Sakkal Majalla"/>
                        </a:rPr>
                        <a:t>والإدارات </a:t>
                      </a:r>
                      <a:r>
                        <a:rPr lang="ar-SA" sz="1200" b="0" dirty="0">
                          <a:solidFill>
                            <a:srgbClr val="1C2B4A"/>
                          </a:solidFill>
                          <a:latin typeface="Sakkal Majalla"/>
                          <a:cs typeface="Sakkal Majalla"/>
                        </a:rPr>
                        <a:t>المُلزَمون بالامتثال لأحكام السياسة وتطبيقها.</a:t>
                      </a:r>
                    </a:p>
                  </a:txBody>
                  <a:tcPr marL="91416" marR="91416" marT="45708" marB="45708" anchor="ctr">
                    <a:solidFill>
                      <a:srgbClr val="FFFFFF"/>
                    </a:solidFill>
                  </a:tcPr>
                </a:tc>
                <a:tc>
                  <a:txBody>
                    <a:bodyPr/>
                    <a:lstStyle/>
                    <a:p>
                      <a:pPr algn="r" rtl="1"/>
                      <a:r>
                        <a:rPr lang="ar-SA" sz="1200" b="1" dirty="0">
                          <a:solidFill>
                            <a:srgbClr val="4C3C8D"/>
                          </a:solidFill>
                          <a:latin typeface="Sakkal Majalla"/>
                          <a:cs typeface="Sakkal Majalla"/>
                        </a:rPr>
                        <a:t>المستهدفون</a:t>
                      </a:r>
                    </a:p>
                  </a:txBody>
                  <a:tcPr marL="91416" marR="91416" marT="45708" marB="45708" anchor="ctr">
                    <a:solidFill>
                      <a:srgbClr val="FFFFFF"/>
                    </a:solidFill>
                  </a:tcPr>
                </a:tc>
                <a:extLst>
                  <a:ext uri="{0D108BD9-81ED-4DB2-BD59-A6C34878D82A}">
                    <a16:rowId xmlns:a16="http://schemas.microsoft.com/office/drawing/2014/main" val="60006"/>
                  </a:ext>
                </a:extLst>
              </a:tr>
              <a:tr h="295000">
                <a:tc>
                  <a:txBody>
                    <a:bodyPr/>
                    <a:lstStyle/>
                    <a:p>
                      <a:pPr algn="r" rtl="1"/>
                      <a:r>
                        <a:rPr lang="ar-SA" sz="1200" b="0" dirty="0">
                          <a:solidFill>
                            <a:srgbClr val="1C2B4A"/>
                          </a:solidFill>
                          <a:latin typeface="Sakkal Majalla"/>
                          <a:cs typeface="Sakkal Majalla"/>
                        </a:rPr>
                        <a:t>التحقق من مدى توافق المبادرات والمشاريع والطلبات مع مبادئ ومعايير البنية المؤسسية المعتمدة.</a:t>
                      </a:r>
                    </a:p>
                  </a:txBody>
                  <a:tcPr marL="91416" marR="91416" marT="45708" marB="45708" anchor="ctr">
                    <a:solidFill>
                      <a:srgbClr val="F2F0FA"/>
                    </a:solidFill>
                  </a:tcPr>
                </a:tc>
                <a:tc>
                  <a:txBody>
                    <a:bodyPr/>
                    <a:lstStyle/>
                    <a:p>
                      <a:pPr algn="r" rtl="1"/>
                      <a:r>
                        <a:rPr lang="ar-SA" sz="1200" b="1" dirty="0">
                          <a:solidFill>
                            <a:srgbClr val="4C3C8D"/>
                          </a:solidFill>
                          <a:latin typeface="Sakkal Majalla"/>
                          <a:cs typeface="Sakkal Majalla"/>
                        </a:rPr>
                        <a:t>الامتثال المعماري</a:t>
                      </a:r>
                    </a:p>
                  </a:txBody>
                  <a:tcPr marL="91416" marR="91416" marT="45708" marB="45708" anchor="ctr">
                    <a:solidFill>
                      <a:srgbClr val="F2F0FA"/>
                    </a:solidFill>
                  </a:tcPr>
                </a:tc>
                <a:extLst>
                  <a:ext uri="{0D108BD9-81ED-4DB2-BD59-A6C34878D82A}">
                    <a16:rowId xmlns:a16="http://schemas.microsoft.com/office/drawing/2014/main" val="60007"/>
                  </a:ext>
                </a:extLst>
              </a:tr>
              <a:tr h="295000">
                <a:tc>
                  <a:txBody>
                    <a:bodyPr/>
                    <a:lstStyle/>
                    <a:p>
                      <a:pPr algn="r" rtl="1"/>
                      <a:r>
                        <a:rPr lang="ar-SA" sz="1200" b="0" dirty="0">
                          <a:solidFill>
                            <a:srgbClr val="1C2B4A"/>
                          </a:solidFill>
                          <a:latin typeface="Sakkal Majalla"/>
                          <a:cs typeface="Sakkal Majalla"/>
                        </a:rPr>
                        <a:t>طلب رسمي موثق للنظر في عدم تطبيق متطلب أو حكم محدد في السياسة على حالة بعينها، وفق ضوابط معتمدة.</a:t>
                      </a:r>
                    </a:p>
                  </a:txBody>
                  <a:tcPr marL="91416" marR="91416" marT="45708" marB="45708" anchor="ctr">
                    <a:solidFill>
                      <a:srgbClr val="FFFFFF"/>
                    </a:solidFill>
                  </a:tcPr>
                </a:tc>
                <a:tc>
                  <a:txBody>
                    <a:bodyPr/>
                    <a:lstStyle/>
                    <a:p>
                      <a:pPr algn="r" rtl="1"/>
                      <a:r>
                        <a:rPr lang="ar-SA" sz="1200" b="1" dirty="0">
                          <a:solidFill>
                            <a:srgbClr val="4C3C8D"/>
                          </a:solidFill>
                          <a:latin typeface="Sakkal Majalla"/>
                          <a:cs typeface="Sakkal Majalla"/>
                        </a:rPr>
                        <a:t>الاستثناء / الإعفاء</a:t>
                      </a:r>
                    </a:p>
                  </a:txBody>
                  <a:tcPr marL="91416" marR="91416" marT="45708" marB="45708" anchor="ctr">
                    <a:solidFill>
                      <a:srgbClr val="FFFFFF"/>
                    </a:solidFill>
                  </a:tcPr>
                </a:tc>
                <a:extLst>
                  <a:ext uri="{0D108BD9-81ED-4DB2-BD59-A6C34878D82A}">
                    <a16:rowId xmlns:a16="http://schemas.microsoft.com/office/drawing/2014/main" val="60008"/>
                  </a:ext>
                </a:extLst>
              </a:tr>
              <a:tr h="295000">
                <a:tc>
                  <a:txBody>
                    <a:bodyPr/>
                    <a:lstStyle/>
                    <a:p>
                      <a:pPr algn="r" rtl="1"/>
                      <a:r>
                        <a:rPr lang="ar-SA" sz="1200" b="0" dirty="0">
                          <a:solidFill>
                            <a:srgbClr val="1C2B4A"/>
                          </a:solidFill>
                          <a:latin typeface="Sakkal Majalla"/>
                          <a:cs typeface="Sakkal Majalla"/>
                        </a:rPr>
                        <a:t>المؤشرات الكمية والنوعية التي تُستخدم لقياس مدى تطبيق السياسة والامتثال لأحكامها.</a:t>
                      </a:r>
                    </a:p>
                  </a:txBody>
                  <a:tcPr marL="91416" marR="91416" marT="45708" marB="45708" anchor="ctr">
                    <a:solidFill>
                      <a:srgbClr val="F2F0FA"/>
                    </a:solidFill>
                  </a:tcPr>
                </a:tc>
                <a:tc>
                  <a:txBody>
                    <a:bodyPr/>
                    <a:lstStyle/>
                    <a:p>
                      <a:pPr algn="r" rtl="1"/>
                      <a:r>
                        <a:rPr lang="ar-SA" sz="1200" b="1" dirty="0">
                          <a:solidFill>
                            <a:srgbClr val="4C3C8D"/>
                          </a:solidFill>
                          <a:latin typeface="Sakkal Majalla"/>
                          <a:cs typeface="Sakkal Majalla"/>
                        </a:rPr>
                        <a:t>معايير القياس والامتثال</a:t>
                      </a:r>
                    </a:p>
                  </a:txBody>
                  <a:tcPr marL="91416" marR="91416" marT="45708" marB="45708" anchor="ctr">
                    <a:solidFill>
                      <a:srgbClr val="F2F0FA"/>
                    </a:solidFill>
                  </a:tcPr>
                </a:tc>
                <a:extLst>
                  <a:ext uri="{0D108BD9-81ED-4DB2-BD59-A6C34878D82A}">
                    <a16:rowId xmlns:a16="http://schemas.microsoft.com/office/drawing/2014/main" val="60009"/>
                  </a:ext>
                </a:extLst>
              </a:tr>
              <a:tr h="295000">
                <a:tc>
                  <a:txBody>
                    <a:bodyPr/>
                    <a:lstStyle/>
                    <a:p>
                      <a:pPr algn="r" rtl="1"/>
                      <a:r>
                        <a:rPr lang="ar-SA" sz="1200" b="0" dirty="0">
                          <a:solidFill>
                            <a:srgbClr val="1C2B4A"/>
                          </a:solidFill>
                          <a:latin typeface="Sakkal Majalla"/>
                          <a:cs typeface="Sakkal Majalla"/>
                        </a:rPr>
                        <a:t>السياسات الأخرى ضمن إطار البنية المؤسسية التي تؤثر في هذه السياسة أو تتأثر بها.</a:t>
                      </a:r>
                    </a:p>
                  </a:txBody>
                  <a:tcPr marL="91416" marR="91416" marT="45708" marB="45708" anchor="ctr">
                    <a:solidFill>
                      <a:srgbClr val="FFFFFF"/>
                    </a:solidFill>
                  </a:tcPr>
                </a:tc>
                <a:tc>
                  <a:txBody>
                    <a:bodyPr/>
                    <a:lstStyle/>
                    <a:p>
                      <a:pPr algn="r" rtl="1"/>
                      <a:r>
                        <a:rPr lang="ar-SA" sz="1200" b="1" dirty="0">
                          <a:solidFill>
                            <a:srgbClr val="4C3C8D"/>
                          </a:solidFill>
                          <a:latin typeface="Sakkal Majalla"/>
                          <a:cs typeface="Sakkal Majalla"/>
                        </a:rPr>
                        <a:t>السياسات المرتبطة</a:t>
                      </a:r>
                    </a:p>
                  </a:txBody>
                  <a:tcPr marL="91416" marR="91416" marT="45708" marB="45708" anchor="ctr">
                    <a:solidFill>
                      <a:srgbClr val="FFFFFF"/>
                    </a:solidFill>
                  </a:tcPr>
                </a:tc>
                <a:extLst>
                  <a:ext uri="{0D108BD9-81ED-4DB2-BD59-A6C34878D82A}">
                    <a16:rowId xmlns:a16="http://schemas.microsoft.com/office/drawing/2014/main" val="60010"/>
                  </a:ext>
                </a:extLst>
              </a:tr>
              <a:tr h="295000">
                <a:tc>
                  <a:txBody>
                    <a:bodyPr/>
                    <a:lstStyle/>
                    <a:p>
                      <a:pPr algn="r" rtl="1"/>
                      <a:r>
                        <a:rPr lang="ar-SA" sz="1200" b="0" dirty="0">
                          <a:solidFill>
                            <a:srgbClr val="1C2B4A"/>
                          </a:solidFill>
                          <a:latin typeface="Sakkal Majalla"/>
                          <a:cs typeface="Sakkal Majalla"/>
                        </a:rPr>
                        <a:t>الإجراءات والعواقب الرسمية المترتبة على مخالفة أحكام السياسة أو التقصير في تطبيقها.</a:t>
                      </a:r>
                    </a:p>
                  </a:txBody>
                  <a:tcPr marL="91416" marR="91416" marT="45708" marB="45708" anchor="ctr">
                    <a:solidFill>
                      <a:srgbClr val="F2F0FA"/>
                    </a:solidFill>
                  </a:tcPr>
                </a:tc>
                <a:tc>
                  <a:txBody>
                    <a:bodyPr/>
                    <a:lstStyle/>
                    <a:p>
                      <a:pPr algn="r" rtl="1"/>
                      <a:r>
                        <a:rPr lang="ar-SA" sz="1200" b="1" dirty="0">
                          <a:solidFill>
                            <a:srgbClr val="4C3C8D"/>
                          </a:solidFill>
                          <a:latin typeface="Sakkal Majalla"/>
                          <a:cs typeface="Sakkal Majalla"/>
                        </a:rPr>
                        <a:t>تبعات عدم الامتثال</a:t>
                      </a:r>
                    </a:p>
                  </a:txBody>
                  <a:tcPr marL="91416" marR="91416" marT="45708" marB="45708" anchor="ctr">
                    <a:solidFill>
                      <a:srgbClr val="F2F0FA"/>
                    </a:solidFill>
                  </a:tcPr>
                </a:tc>
                <a:extLst>
                  <a:ext uri="{0D108BD9-81ED-4DB2-BD59-A6C34878D82A}">
                    <a16:rowId xmlns:a16="http://schemas.microsoft.com/office/drawing/2014/main" val="60011"/>
                  </a:ext>
                </a:extLst>
              </a:tr>
              <a:tr h="295000">
                <a:tc>
                  <a:txBody>
                    <a:bodyPr/>
                    <a:lstStyle/>
                    <a:p>
                      <a:pPr algn="r" rtl="1"/>
                      <a:r>
                        <a:rPr lang="ar-SA" sz="1200" b="0" dirty="0">
                          <a:solidFill>
                            <a:srgbClr val="1C2B4A"/>
                          </a:solidFill>
                          <a:latin typeface="Sakkal Majalla"/>
                          <a:cs typeface="Sakkal Majalla"/>
                        </a:rPr>
                        <a:t>الدورية والإجراءات والجهات المسؤولة عن مراجعة السياسة وتحديثها لضمان ملاءمتها المستمرة.</a:t>
                      </a:r>
                    </a:p>
                  </a:txBody>
                  <a:tcPr marL="91416" marR="91416" marT="45708" marB="45708" anchor="ctr">
                    <a:solidFill>
                      <a:srgbClr val="FFFFFF"/>
                    </a:solidFill>
                  </a:tcPr>
                </a:tc>
                <a:tc>
                  <a:txBody>
                    <a:bodyPr/>
                    <a:lstStyle/>
                    <a:p>
                      <a:pPr algn="r" rtl="1"/>
                      <a:r>
                        <a:rPr lang="ar-SA" sz="1200" b="1" dirty="0">
                          <a:solidFill>
                            <a:srgbClr val="4C3C8D"/>
                          </a:solidFill>
                          <a:latin typeface="Sakkal Majalla"/>
                          <a:cs typeface="Sakkal Majalla"/>
                        </a:rPr>
                        <a:t>آلية المراجعة والتحديث</a:t>
                      </a:r>
                    </a:p>
                  </a:txBody>
                  <a:tcPr marL="91416" marR="91416" marT="45708" marB="45708" anchor="ctr">
                    <a:solidFill>
                      <a:srgbClr val="FFFFFF"/>
                    </a:solidFill>
                  </a:tcPr>
                </a:tc>
                <a:extLst>
                  <a:ext uri="{0D108BD9-81ED-4DB2-BD59-A6C34878D82A}">
                    <a16:rowId xmlns:a16="http://schemas.microsoft.com/office/drawing/2014/main" val="60012"/>
                  </a:ext>
                </a:extLst>
              </a:tr>
              <a:tr h="295000">
                <a:tc>
                  <a:txBody>
                    <a:bodyPr/>
                    <a:lstStyle/>
                    <a:p>
                      <a:pPr algn="r" rtl="1"/>
                      <a:r>
                        <a:rPr lang="ar-SA" sz="1200" b="0" dirty="0">
                          <a:solidFill>
                            <a:srgbClr val="1C2B4A"/>
                          </a:solidFill>
                          <a:latin typeface="Sakkal Majalla"/>
                          <a:cs typeface="Sakkal Majalla"/>
                        </a:rPr>
                        <a:t>الأطر المرجعية الدولية والوطنية واللوائح التنظيمية التي تستند إليها السياسة وتُعزز مشروعيتها.</a:t>
                      </a:r>
                    </a:p>
                  </a:txBody>
                  <a:tcPr marL="91416" marR="91416" marT="45708" marB="45708" anchor="ctr">
                    <a:solidFill>
                      <a:srgbClr val="F2F0FA"/>
                    </a:solidFill>
                  </a:tcPr>
                </a:tc>
                <a:tc>
                  <a:txBody>
                    <a:bodyPr/>
                    <a:lstStyle/>
                    <a:p>
                      <a:pPr algn="r" rtl="1"/>
                      <a:r>
                        <a:rPr lang="ar-SA" sz="1200" b="1" dirty="0">
                          <a:solidFill>
                            <a:srgbClr val="4C3C8D"/>
                          </a:solidFill>
                          <a:latin typeface="Sakkal Majalla"/>
                          <a:cs typeface="Sakkal Majalla"/>
                        </a:rPr>
                        <a:t>الأساس التنظيمي</a:t>
                      </a:r>
                    </a:p>
                  </a:txBody>
                  <a:tcPr marL="91416" marR="91416" marT="45708" marB="45708" anchor="ctr">
                    <a:solidFill>
                      <a:srgbClr val="F2F0FA"/>
                    </a:solidFill>
                  </a:tcPr>
                </a:tc>
                <a:extLst>
                  <a:ext uri="{0D108BD9-81ED-4DB2-BD59-A6C34878D82A}">
                    <a16:rowId xmlns:a16="http://schemas.microsoft.com/office/drawing/2014/main" val="60013"/>
                  </a:ext>
                </a:extLst>
              </a:tr>
              <a:tr h="295000">
                <a:tc>
                  <a:txBody>
                    <a:bodyPr/>
                    <a:lstStyle/>
                    <a:p>
                      <a:pPr algn="r" rtl="1"/>
                      <a:r>
                        <a:rPr lang="ar-SA" sz="1200" b="0" dirty="0">
                          <a:solidFill>
                            <a:srgbClr val="1C2B4A"/>
                          </a:solidFill>
                          <a:latin typeface="Sakkal Majalla"/>
                          <a:cs typeface="Sakkal Majalla"/>
                        </a:rPr>
                        <a:t>الأداة المستخدمة لتوثيق وإدارة وحفظ وتحديث عناصر ومخرجات البنية المؤسسية وربطها.</a:t>
                      </a:r>
                    </a:p>
                  </a:txBody>
                  <a:tcPr marL="91416" marR="91416" marT="45708" marB="45708" anchor="ctr">
                    <a:solidFill>
                      <a:srgbClr val="FFFFFF"/>
                    </a:solidFill>
                  </a:tcPr>
                </a:tc>
                <a:tc>
                  <a:txBody>
                    <a:bodyPr/>
                    <a:lstStyle/>
                    <a:p>
                      <a:pPr algn="r" rtl="1"/>
                      <a:r>
                        <a:rPr lang="ar-SA" sz="1200" b="1" dirty="0">
                          <a:solidFill>
                            <a:srgbClr val="4C3C8D"/>
                          </a:solidFill>
                          <a:latin typeface="Sakkal Majalla"/>
                          <a:cs typeface="Sakkal Majalla"/>
                        </a:rPr>
                        <a:t>المستودع المعماري</a:t>
                      </a:r>
                    </a:p>
                  </a:txBody>
                  <a:tcPr marL="91416" marR="91416" marT="45708" marB="45708" anchor="ctr">
                    <a:solidFill>
                      <a:srgbClr val="FFFFFF"/>
                    </a:solidFill>
                  </a:tcPr>
                </a:tc>
                <a:extLst>
                  <a:ext uri="{0D108BD9-81ED-4DB2-BD59-A6C34878D82A}">
                    <a16:rowId xmlns:a16="http://schemas.microsoft.com/office/drawing/2014/main" val="60014"/>
                  </a:ext>
                </a:extLst>
              </a:tr>
              <a:tr h="295000">
                <a:tc>
                  <a:txBody>
                    <a:bodyPr/>
                    <a:lstStyle/>
                    <a:p>
                      <a:pPr algn="r" rtl="1"/>
                      <a:r>
                        <a:rPr lang="ar-SA" sz="1200" b="0" dirty="0">
                          <a:solidFill>
                            <a:srgbClr val="1C2B4A"/>
                          </a:solidFill>
                          <a:latin typeface="Sakkal Majalla"/>
                          <a:cs typeface="Sakkal Majalla"/>
                        </a:rPr>
                        <a:t>الوحدة التنظيمية المختصة بإدارة وتطوير وتطبيق ومتابعة ممارسة البنية المؤسسية في الهيئة.</a:t>
                      </a:r>
                    </a:p>
                  </a:txBody>
                  <a:tcPr marL="91416" marR="91416" marT="45708" marB="45708" anchor="ctr">
                    <a:solidFill>
                      <a:srgbClr val="F2F0FA"/>
                    </a:solidFill>
                  </a:tcPr>
                </a:tc>
                <a:tc>
                  <a:txBody>
                    <a:bodyPr/>
                    <a:lstStyle/>
                    <a:p>
                      <a:pPr algn="r" rtl="1"/>
                      <a:r>
                        <a:rPr lang="ar-SA" sz="1200" b="1" dirty="0">
                          <a:solidFill>
                            <a:srgbClr val="4C3C8D"/>
                          </a:solidFill>
                          <a:latin typeface="Sakkal Majalla"/>
                          <a:cs typeface="Sakkal Majalla"/>
                        </a:rPr>
                        <a:t>مكتب البنية المؤسسية</a:t>
                      </a:r>
                    </a:p>
                  </a:txBody>
                  <a:tcPr marL="91416" marR="91416" marT="45708" marB="45708" anchor="ctr">
                    <a:solidFill>
                      <a:srgbClr val="F2F0FA"/>
                    </a:solidFill>
                  </a:tcPr>
                </a:tc>
                <a:extLst>
                  <a:ext uri="{0D108BD9-81ED-4DB2-BD59-A6C34878D82A}">
                    <a16:rowId xmlns:a16="http://schemas.microsoft.com/office/drawing/2014/main" val="60015"/>
                  </a:ext>
                </a:extLst>
              </a:tr>
              <a:tr h="295000">
                <a:tc>
                  <a:txBody>
                    <a:bodyPr/>
                    <a:lstStyle/>
                    <a:p>
                      <a:pPr algn="r" rtl="1"/>
                      <a:r>
                        <a:rPr lang="ar-SA" sz="1200" b="0" dirty="0">
                          <a:solidFill>
                            <a:srgbClr val="1C2B4A"/>
                          </a:solidFill>
                          <a:latin typeface="Sakkal Majalla"/>
                          <a:cs typeface="Sakkal Majalla"/>
                        </a:rPr>
                        <a:t>الأطر الزمنية والمعايير التشغيلية المتفق عليها للاستجابة ومعالجة الطلبات وإغلاقها.</a:t>
                      </a:r>
                    </a:p>
                  </a:txBody>
                  <a:tcPr marL="91416" marR="91416" marT="45708" marB="45708" anchor="ctr">
                    <a:solidFill>
                      <a:srgbClr val="FFFFFF"/>
                    </a:solidFill>
                  </a:tcPr>
                </a:tc>
                <a:tc>
                  <a:txBody>
                    <a:bodyPr/>
                    <a:lstStyle/>
                    <a:p>
                      <a:pPr algn="r" rtl="1"/>
                      <a:r>
                        <a:rPr lang="ar-SA" sz="1200" b="1" dirty="0">
                          <a:solidFill>
                            <a:srgbClr val="4C3C8D"/>
                          </a:solidFill>
                          <a:latin typeface="Sakkal Majalla"/>
                          <a:cs typeface="Sakkal Majalla"/>
                        </a:rPr>
                        <a:t>SLA — مستوى الخدمة</a:t>
                      </a:r>
                    </a:p>
                  </a:txBody>
                  <a:tcPr marL="91416" marR="91416" marT="45708" marB="45708" anchor="ctr">
                    <a:solidFill>
                      <a:srgbClr val="FFFFFF"/>
                    </a:solidFill>
                  </a:tcPr>
                </a:tc>
                <a:extLst>
                  <a:ext uri="{0D108BD9-81ED-4DB2-BD59-A6C34878D82A}">
                    <a16:rowId xmlns:a16="http://schemas.microsoft.com/office/drawing/2014/main" val="60016"/>
                  </a:ext>
                </a:extLst>
              </a:tr>
            </a:tbl>
          </a:graphicData>
        </a:graphic>
      </p:graphicFrame>
    </p:spTree>
    <p:extLst>
      <p:ext uri="{BB962C8B-B14F-4D97-AF65-F5344CB8AC3E}">
        <p14:creationId xmlns:p14="http://schemas.microsoft.com/office/powerpoint/2010/main" val="15400972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8</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تعريف </a:t>
            </a:r>
            <a:r>
              <a:rPr lang="ar-SA" dirty="0"/>
              <a:t>البنية المؤسسية</a:t>
            </a:r>
            <a:endParaRPr lang="en-US" dirty="0"/>
          </a:p>
        </p:txBody>
      </p:sp>
      <p:sp>
        <p:nvSpPr>
          <p:cNvPr id="3" name="Snip Diagonal Corner Rectangle 4">
            <a:extLst>
              <a:ext uri="{FF2B5EF4-FFF2-40B4-BE49-F238E27FC236}">
                <a16:creationId xmlns:a16="http://schemas.microsoft.com/office/drawing/2014/main" id="{EDC006DF-6C86-A400-657E-C7E28783571B}"/>
              </a:ext>
            </a:extLst>
          </p:cNvPr>
          <p:cNvSpPr/>
          <p:nvPr/>
        </p:nvSpPr>
        <p:spPr>
          <a:xfrm>
            <a:off x="2378677" y="1862019"/>
            <a:ext cx="7434648" cy="3117755"/>
          </a:xfrm>
          <a:prstGeom prst="snip2DiagRect">
            <a:avLst>
              <a:gd name="adj1" fmla="val 8219"/>
              <a:gd name="adj2" fmla="val 7991"/>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6" name="Snip Diagonal Corner Rectangle 13">
            <a:extLst>
              <a:ext uri="{FF2B5EF4-FFF2-40B4-BE49-F238E27FC236}">
                <a16:creationId xmlns:a16="http://schemas.microsoft.com/office/drawing/2014/main" id="{80AE987F-69CD-B600-1409-1D9AE5AA3D98}"/>
              </a:ext>
            </a:extLst>
          </p:cNvPr>
          <p:cNvSpPr/>
          <p:nvPr/>
        </p:nvSpPr>
        <p:spPr>
          <a:xfrm>
            <a:off x="2825410" y="1990146"/>
            <a:ext cx="6809356" cy="2861501"/>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3410" h="2483708">
                <a:moveTo>
                  <a:pt x="0" y="0"/>
                </a:moveTo>
                <a:lnTo>
                  <a:pt x="4984937" y="0"/>
                </a:lnTo>
                <a:lnTo>
                  <a:pt x="5183410" y="198473"/>
                </a:lnTo>
                <a:lnTo>
                  <a:pt x="5183410" y="2279572"/>
                </a:lnTo>
                <a:lnTo>
                  <a:pt x="4979274" y="2483708"/>
                </a:lnTo>
              </a:path>
            </a:pathLst>
          </a:custGeom>
          <a:noFill/>
          <a:ln>
            <a:solidFill>
              <a:schemeClr val="accent2"/>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pSp>
        <p:nvGrpSpPr>
          <p:cNvPr id="17" name="Group 4">
            <a:extLst>
              <a:ext uri="{FF2B5EF4-FFF2-40B4-BE49-F238E27FC236}">
                <a16:creationId xmlns:a16="http://schemas.microsoft.com/office/drawing/2014/main" id="{F7B7C762-1E67-A9BB-FDA1-4B12FE395E39}"/>
              </a:ext>
            </a:extLst>
          </p:cNvPr>
          <p:cNvGrpSpPr>
            <a:grpSpLocks noChangeAspect="1"/>
          </p:cNvGrpSpPr>
          <p:nvPr/>
        </p:nvGrpSpPr>
        <p:grpSpPr bwMode="auto">
          <a:xfrm flipH="1" flipV="1">
            <a:off x="2949146" y="4724778"/>
            <a:ext cx="634365" cy="485276"/>
            <a:chOff x="-305" y="203"/>
            <a:chExt cx="533" cy="470"/>
          </a:xfrm>
          <a:gradFill>
            <a:gsLst>
              <a:gs pos="34000">
                <a:schemeClr val="accent2"/>
              </a:gs>
              <a:gs pos="80000">
                <a:schemeClr val="accent1"/>
              </a:gs>
            </a:gsLst>
            <a:lin ang="8400000" scaled="0"/>
          </a:gradFill>
        </p:grpSpPr>
        <p:sp>
          <p:nvSpPr>
            <p:cNvPr id="18" name="Freeform 6">
              <a:extLst>
                <a:ext uri="{FF2B5EF4-FFF2-40B4-BE49-F238E27FC236}">
                  <a16:creationId xmlns:a16="http://schemas.microsoft.com/office/drawing/2014/main" id="{BD3494F7-9006-6028-3787-9C644214C2E0}"/>
                </a:ext>
              </a:extLst>
            </p:cNvPr>
            <p:cNvSpPr>
              <a:spLocks/>
            </p:cNvSpPr>
            <p:nvPr/>
          </p:nvSpPr>
          <p:spPr bwMode="auto">
            <a:xfrm>
              <a:off x="-1" y="203"/>
              <a:ext cx="229" cy="470"/>
            </a:xfrm>
            <a:custGeom>
              <a:avLst/>
              <a:gdLst>
                <a:gd name="T0" fmla="*/ 1412 w 1603"/>
                <a:gd name="T1" fmla="*/ 0 h 3290"/>
                <a:gd name="T2" fmla="*/ 1479 w 1603"/>
                <a:gd name="T3" fmla="*/ 13 h 3290"/>
                <a:gd name="T4" fmla="*/ 1536 w 1603"/>
                <a:gd name="T5" fmla="*/ 45 h 3290"/>
                <a:gd name="T6" fmla="*/ 1577 w 1603"/>
                <a:gd name="T7" fmla="*/ 95 h 3290"/>
                <a:gd name="T8" fmla="*/ 1600 w 1603"/>
                <a:gd name="T9" fmla="*/ 157 h 3290"/>
                <a:gd name="T10" fmla="*/ 1603 w 1603"/>
                <a:gd name="T11" fmla="*/ 1105 h 3290"/>
                <a:gd name="T12" fmla="*/ 1599 w 1603"/>
                <a:gd name="T13" fmla="*/ 1362 h 3290"/>
                <a:gd name="T14" fmla="*/ 1584 w 1603"/>
                <a:gd name="T15" fmla="*/ 1597 h 3290"/>
                <a:gd name="T16" fmla="*/ 1560 w 1603"/>
                <a:gd name="T17" fmla="*/ 1809 h 3290"/>
                <a:gd name="T18" fmla="*/ 1528 w 1603"/>
                <a:gd name="T19" fmla="*/ 1998 h 3290"/>
                <a:gd name="T20" fmla="*/ 1485 w 1603"/>
                <a:gd name="T21" fmla="*/ 2164 h 3290"/>
                <a:gd name="T22" fmla="*/ 1413 w 1603"/>
                <a:gd name="T23" fmla="*/ 2353 h 3290"/>
                <a:gd name="T24" fmla="*/ 1317 w 1603"/>
                <a:gd name="T25" fmla="*/ 2531 h 3290"/>
                <a:gd name="T26" fmla="*/ 1195 w 1603"/>
                <a:gd name="T27" fmla="*/ 2700 h 3290"/>
                <a:gd name="T28" fmla="*/ 1047 w 1603"/>
                <a:gd name="T29" fmla="*/ 2859 h 3290"/>
                <a:gd name="T30" fmla="*/ 888 w 1603"/>
                <a:gd name="T31" fmla="*/ 2996 h 3290"/>
                <a:gd name="T32" fmla="*/ 710 w 1603"/>
                <a:gd name="T33" fmla="*/ 3118 h 3290"/>
                <a:gd name="T34" fmla="*/ 512 w 1603"/>
                <a:gd name="T35" fmla="*/ 3227 h 3290"/>
                <a:gd name="T36" fmla="*/ 373 w 1603"/>
                <a:gd name="T37" fmla="*/ 3286 h 3290"/>
                <a:gd name="T38" fmla="*/ 309 w 1603"/>
                <a:gd name="T39" fmla="*/ 3290 h 3290"/>
                <a:gd name="T40" fmla="*/ 246 w 1603"/>
                <a:gd name="T41" fmla="*/ 3272 h 3290"/>
                <a:gd name="T42" fmla="*/ 194 w 1603"/>
                <a:gd name="T43" fmla="*/ 3236 h 3290"/>
                <a:gd name="T44" fmla="*/ 156 w 1603"/>
                <a:gd name="T45" fmla="*/ 3182 h 3290"/>
                <a:gd name="T46" fmla="*/ 7 w 1603"/>
                <a:gd name="T47" fmla="*/ 2862 h 3290"/>
                <a:gd name="T48" fmla="*/ 0 w 1603"/>
                <a:gd name="T49" fmla="*/ 2801 h 3290"/>
                <a:gd name="T50" fmla="*/ 12 w 1603"/>
                <a:gd name="T51" fmla="*/ 2743 h 3290"/>
                <a:gd name="T52" fmla="*/ 40 w 1603"/>
                <a:gd name="T53" fmla="*/ 2691 h 3290"/>
                <a:gd name="T54" fmla="*/ 86 w 1603"/>
                <a:gd name="T55" fmla="*/ 2650 h 3290"/>
                <a:gd name="T56" fmla="*/ 191 w 1603"/>
                <a:gd name="T57" fmla="*/ 2598 h 3290"/>
                <a:gd name="T58" fmla="*/ 331 w 1603"/>
                <a:gd name="T59" fmla="*/ 2518 h 3290"/>
                <a:gd name="T60" fmla="*/ 451 w 1603"/>
                <a:gd name="T61" fmla="*/ 2428 h 3290"/>
                <a:gd name="T62" fmla="*/ 551 w 1603"/>
                <a:gd name="T63" fmla="*/ 2329 h 3290"/>
                <a:gd name="T64" fmla="*/ 632 w 1603"/>
                <a:gd name="T65" fmla="*/ 2219 h 3290"/>
                <a:gd name="T66" fmla="*/ 696 w 1603"/>
                <a:gd name="T67" fmla="*/ 2095 h 3290"/>
                <a:gd name="T68" fmla="*/ 746 w 1603"/>
                <a:gd name="T69" fmla="*/ 1956 h 3290"/>
                <a:gd name="T70" fmla="*/ 781 w 1603"/>
                <a:gd name="T71" fmla="*/ 1803 h 3290"/>
                <a:gd name="T72" fmla="*/ 800 w 1603"/>
                <a:gd name="T73" fmla="*/ 1634 h 3290"/>
                <a:gd name="T74" fmla="*/ 248 w 1603"/>
                <a:gd name="T75" fmla="*/ 1545 h 3290"/>
                <a:gd name="T76" fmla="*/ 181 w 1603"/>
                <a:gd name="T77" fmla="*/ 1533 h 3290"/>
                <a:gd name="T78" fmla="*/ 124 w 1603"/>
                <a:gd name="T79" fmla="*/ 1500 h 3290"/>
                <a:gd name="T80" fmla="*/ 82 w 1603"/>
                <a:gd name="T81" fmla="*/ 1450 h 3290"/>
                <a:gd name="T82" fmla="*/ 60 w 1603"/>
                <a:gd name="T83" fmla="*/ 1388 h 3290"/>
                <a:gd name="T84" fmla="*/ 56 w 1603"/>
                <a:gd name="T85" fmla="*/ 191 h 3290"/>
                <a:gd name="T86" fmla="*/ 69 w 1603"/>
                <a:gd name="T87" fmla="*/ 125 h 3290"/>
                <a:gd name="T88" fmla="*/ 101 w 1603"/>
                <a:gd name="T89" fmla="*/ 68 h 3290"/>
                <a:gd name="T90" fmla="*/ 151 w 1603"/>
                <a:gd name="T91" fmla="*/ 26 h 3290"/>
                <a:gd name="T92" fmla="*/ 214 w 1603"/>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3" h="3290">
                  <a:moveTo>
                    <a:pt x="248" y="0"/>
                  </a:moveTo>
                  <a:lnTo>
                    <a:pt x="1412" y="0"/>
                  </a:lnTo>
                  <a:lnTo>
                    <a:pt x="1446" y="4"/>
                  </a:lnTo>
                  <a:lnTo>
                    <a:pt x="1479" y="13"/>
                  </a:lnTo>
                  <a:lnTo>
                    <a:pt x="1508" y="26"/>
                  </a:lnTo>
                  <a:lnTo>
                    <a:pt x="1536" y="45"/>
                  </a:lnTo>
                  <a:lnTo>
                    <a:pt x="1558" y="68"/>
                  </a:lnTo>
                  <a:lnTo>
                    <a:pt x="1577" y="95"/>
                  </a:lnTo>
                  <a:lnTo>
                    <a:pt x="1591" y="125"/>
                  </a:lnTo>
                  <a:lnTo>
                    <a:pt x="1600" y="157"/>
                  </a:lnTo>
                  <a:lnTo>
                    <a:pt x="1603" y="191"/>
                  </a:lnTo>
                  <a:lnTo>
                    <a:pt x="1603" y="1105"/>
                  </a:lnTo>
                  <a:lnTo>
                    <a:pt x="1602" y="1236"/>
                  </a:lnTo>
                  <a:lnTo>
                    <a:pt x="1599" y="1362"/>
                  </a:lnTo>
                  <a:lnTo>
                    <a:pt x="1592" y="1483"/>
                  </a:lnTo>
                  <a:lnTo>
                    <a:pt x="1584" y="1597"/>
                  </a:lnTo>
                  <a:lnTo>
                    <a:pt x="1574" y="1706"/>
                  </a:lnTo>
                  <a:lnTo>
                    <a:pt x="1560" y="1809"/>
                  </a:lnTo>
                  <a:lnTo>
                    <a:pt x="1546" y="1906"/>
                  </a:lnTo>
                  <a:lnTo>
                    <a:pt x="1528" y="1998"/>
                  </a:lnTo>
                  <a:lnTo>
                    <a:pt x="1507" y="2084"/>
                  </a:lnTo>
                  <a:lnTo>
                    <a:pt x="1485" y="2164"/>
                  </a:lnTo>
                  <a:lnTo>
                    <a:pt x="1453" y="2259"/>
                  </a:lnTo>
                  <a:lnTo>
                    <a:pt x="1413" y="2353"/>
                  </a:lnTo>
                  <a:lnTo>
                    <a:pt x="1368" y="2443"/>
                  </a:lnTo>
                  <a:lnTo>
                    <a:pt x="1317" y="2531"/>
                  </a:lnTo>
                  <a:lnTo>
                    <a:pt x="1259" y="2617"/>
                  </a:lnTo>
                  <a:lnTo>
                    <a:pt x="1195" y="2700"/>
                  </a:lnTo>
                  <a:lnTo>
                    <a:pt x="1124" y="2781"/>
                  </a:lnTo>
                  <a:lnTo>
                    <a:pt x="1047" y="2859"/>
                  </a:lnTo>
                  <a:lnTo>
                    <a:pt x="970" y="2930"/>
                  </a:lnTo>
                  <a:lnTo>
                    <a:pt x="888" y="2996"/>
                  </a:lnTo>
                  <a:lnTo>
                    <a:pt x="801" y="3058"/>
                  </a:lnTo>
                  <a:lnTo>
                    <a:pt x="710" y="3118"/>
                  </a:lnTo>
                  <a:lnTo>
                    <a:pt x="612" y="3174"/>
                  </a:lnTo>
                  <a:lnTo>
                    <a:pt x="512" y="3227"/>
                  </a:lnTo>
                  <a:lnTo>
                    <a:pt x="405" y="3276"/>
                  </a:lnTo>
                  <a:lnTo>
                    <a:pt x="373" y="3286"/>
                  </a:lnTo>
                  <a:lnTo>
                    <a:pt x="340" y="3290"/>
                  </a:lnTo>
                  <a:lnTo>
                    <a:pt x="309" y="3290"/>
                  </a:lnTo>
                  <a:lnTo>
                    <a:pt x="277" y="3284"/>
                  </a:lnTo>
                  <a:lnTo>
                    <a:pt x="246" y="3272"/>
                  </a:lnTo>
                  <a:lnTo>
                    <a:pt x="219" y="3256"/>
                  </a:lnTo>
                  <a:lnTo>
                    <a:pt x="194" y="3236"/>
                  </a:lnTo>
                  <a:lnTo>
                    <a:pt x="173" y="3211"/>
                  </a:lnTo>
                  <a:lnTo>
                    <a:pt x="156" y="3182"/>
                  </a:lnTo>
                  <a:lnTo>
                    <a:pt x="18" y="2891"/>
                  </a:lnTo>
                  <a:lnTo>
                    <a:pt x="7" y="2862"/>
                  </a:lnTo>
                  <a:lnTo>
                    <a:pt x="1" y="2831"/>
                  </a:lnTo>
                  <a:lnTo>
                    <a:pt x="0" y="2801"/>
                  </a:lnTo>
                  <a:lnTo>
                    <a:pt x="3" y="2771"/>
                  </a:lnTo>
                  <a:lnTo>
                    <a:pt x="12" y="2743"/>
                  </a:lnTo>
                  <a:lnTo>
                    <a:pt x="24" y="2716"/>
                  </a:lnTo>
                  <a:lnTo>
                    <a:pt x="40" y="2691"/>
                  </a:lnTo>
                  <a:lnTo>
                    <a:pt x="61" y="2668"/>
                  </a:lnTo>
                  <a:lnTo>
                    <a:pt x="86" y="2650"/>
                  </a:lnTo>
                  <a:lnTo>
                    <a:pt x="113" y="2634"/>
                  </a:lnTo>
                  <a:lnTo>
                    <a:pt x="191" y="2598"/>
                  </a:lnTo>
                  <a:lnTo>
                    <a:pt x="263" y="2560"/>
                  </a:lnTo>
                  <a:lnTo>
                    <a:pt x="331" y="2518"/>
                  </a:lnTo>
                  <a:lnTo>
                    <a:pt x="394" y="2474"/>
                  </a:lnTo>
                  <a:lnTo>
                    <a:pt x="451" y="2428"/>
                  </a:lnTo>
                  <a:lnTo>
                    <a:pt x="504" y="2380"/>
                  </a:lnTo>
                  <a:lnTo>
                    <a:pt x="551" y="2329"/>
                  </a:lnTo>
                  <a:lnTo>
                    <a:pt x="593" y="2276"/>
                  </a:lnTo>
                  <a:lnTo>
                    <a:pt x="632" y="2219"/>
                  </a:lnTo>
                  <a:lnTo>
                    <a:pt x="666" y="2159"/>
                  </a:lnTo>
                  <a:lnTo>
                    <a:pt x="696" y="2095"/>
                  </a:lnTo>
                  <a:lnTo>
                    <a:pt x="723" y="2027"/>
                  </a:lnTo>
                  <a:lnTo>
                    <a:pt x="746" y="1956"/>
                  </a:lnTo>
                  <a:lnTo>
                    <a:pt x="765" y="1881"/>
                  </a:lnTo>
                  <a:lnTo>
                    <a:pt x="781" y="1803"/>
                  </a:lnTo>
                  <a:lnTo>
                    <a:pt x="794" y="1720"/>
                  </a:lnTo>
                  <a:lnTo>
                    <a:pt x="800" y="1634"/>
                  </a:lnTo>
                  <a:lnTo>
                    <a:pt x="805" y="1545"/>
                  </a:lnTo>
                  <a:lnTo>
                    <a:pt x="248" y="1545"/>
                  </a:lnTo>
                  <a:lnTo>
                    <a:pt x="214" y="1542"/>
                  </a:lnTo>
                  <a:lnTo>
                    <a:pt x="181" y="1533"/>
                  </a:lnTo>
                  <a:lnTo>
                    <a:pt x="151" y="1519"/>
                  </a:lnTo>
                  <a:lnTo>
                    <a:pt x="124" y="1500"/>
                  </a:lnTo>
                  <a:lnTo>
                    <a:pt x="101" y="1477"/>
                  </a:lnTo>
                  <a:lnTo>
                    <a:pt x="82" y="1450"/>
                  </a:lnTo>
                  <a:lnTo>
                    <a:pt x="69" y="1421"/>
                  </a:lnTo>
                  <a:lnTo>
                    <a:pt x="60" y="1388"/>
                  </a:lnTo>
                  <a:lnTo>
                    <a:pt x="56" y="1354"/>
                  </a:lnTo>
                  <a:lnTo>
                    <a:pt x="56" y="191"/>
                  </a:lnTo>
                  <a:lnTo>
                    <a:pt x="60" y="157"/>
                  </a:lnTo>
                  <a:lnTo>
                    <a:pt x="69" y="125"/>
                  </a:lnTo>
                  <a:lnTo>
                    <a:pt x="82" y="95"/>
                  </a:lnTo>
                  <a:lnTo>
                    <a:pt x="101" y="68"/>
                  </a:lnTo>
                  <a:lnTo>
                    <a:pt x="124" y="45"/>
                  </a:lnTo>
                  <a:lnTo>
                    <a:pt x="151"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endParaRPr>
            </a:p>
          </p:txBody>
        </p:sp>
        <p:sp>
          <p:nvSpPr>
            <p:cNvPr id="19" name="Freeform 7">
              <a:extLst>
                <a:ext uri="{FF2B5EF4-FFF2-40B4-BE49-F238E27FC236}">
                  <a16:creationId xmlns:a16="http://schemas.microsoft.com/office/drawing/2014/main" id="{2CB1DCBB-B6CD-C821-C403-443AAA8252B7}"/>
                </a:ext>
              </a:extLst>
            </p:cNvPr>
            <p:cNvSpPr>
              <a:spLocks/>
            </p:cNvSpPr>
            <p:nvPr/>
          </p:nvSpPr>
          <p:spPr bwMode="auto">
            <a:xfrm>
              <a:off x="-305" y="203"/>
              <a:ext cx="229" cy="470"/>
            </a:xfrm>
            <a:custGeom>
              <a:avLst/>
              <a:gdLst>
                <a:gd name="T0" fmla="*/ 1413 w 1604"/>
                <a:gd name="T1" fmla="*/ 0 h 3290"/>
                <a:gd name="T2" fmla="*/ 1479 w 1604"/>
                <a:gd name="T3" fmla="*/ 13 h 3290"/>
                <a:gd name="T4" fmla="*/ 1536 w 1604"/>
                <a:gd name="T5" fmla="*/ 45 h 3290"/>
                <a:gd name="T6" fmla="*/ 1578 w 1604"/>
                <a:gd name="T7" fmla="*/ 95 h 3290"/>
                <a:gd name="T8" fmla="*/ 1601 w 1604"/>
                <a:gd name="T9" fmla="*/ 157 h 3290"/>
                <a:gd name="T10" fmla="*/ 1604 w 1604"/>
                <a:gd name="T11" fmla="*/ 1105 h 3290"/>
                <a:gd name="T12" fmla="*/ 1599 w 1604"/>
                <a:gd name="T13" fmla="*/ 1364 h 3290"/>
                <a:gd name="T14" fmla="*/ 1585 w 1604"/>
                <a:gd name="T15" fmla="*/ 1599 h 3290"/>
                <a:gd name="T16" fmla="*/ 1561 w 1604"/>
                <a:gd name="T17" fmla="*/ 1812 h 3290"/>
                <a:gd name="T18" fmla="*/ 1528 w 1604"/>
                <a:gd name="T19" fmla="*/ 2001 h 3290"/>
                <a:gd name="T20" fmla="*/ 1485 w 1604"/>
                <a:gd name="T21" fmla="*/ 2166 h 3290"/>
                <a:gd name="T22" fmla="*/ 1414 w 1604"/>
                <a:gd name="T23" fmla="*/ 2354 h 3290"/>
                <a:gd name="T24" fmla="*/ 1316 w 1604"/>
                <a:gd name="T25" fmla="*/ 2531 h 3290"/>
                <a:gd name="T26" fmla="*/ 1194 w 1604"/>
                <a:gd name="T27" fmla="*/ 2700 h 3290"/>
                <a:gd name="T28" fmla="*/ 1046 w 1604"/>
                <a:gd name="T29" fmla="*/ 2859 h 3290"/>
                <a:gd name="T30" fmla="*/ 886 w 1604"/>
                <a:gd name="T31" fmla="*/ 2996 h 3290"/>
                <a:gd name="T32" fmla="*/ 707 w 1604"/>
                <a:gd name="T33" fmla="*/ 3118 h 3290"/>
                <a:gd name="T34" fmla="*/ 511 w 1604"/>
                <a:gd name="T35" fmla="*/ 3226 h 3290"/>
                <a:gd name="T36" fmla="*/ 374 w 1604"/>
                <a:gd name="T37" fmla="*/ 3285 h 3290"/>
                <a:gd name="T38" fmla="*/ 309 w 1604"/>
                <a:gd name="T39" fmla="*/ 3289 h 3290"/>
                <a:gd name="T40" fmla="*/ 247 w 1604"/>
                <a:gd name="T41" fmla="*/ 3272 h 3290"/>
                <a:gd name="T42" fmla="*/ 195 w 1604"/>
                <a:gd name="T43" fmla="*/ 3235 h 3290"/>
                <a:gd name="T44" fmla="*/ 156 w 1604"/>
                <a:gd name="T45" fmla="*/ 3181 h 3290"/>
                <a:gd name="T46" fmla="*/ 7 w 1604"/>
                <a:gd name="T47" fmla="*/ 2862 h 3290"/>
                <a:gd name="T48" fmla="*/ 0 w 1604"/>
                <a:gd name="T49" fmla="*/ 2801 h 3290"/>
                <a:gd name="T50" fmla="*/ 11 w 1604"/>
                <a:gd name="T51" fmla="*/ 2743 h 3290"/>
                <a:gd name="T52" fmla="*/ 41 w 1604"/>
                <a:gd name="T53" fmla="*/ 2691 h 3290"/>
                <a:gd name="T54" fmla="*/ 86 w 1604"/>
                <a:gd name="T55" fmla="*/ 2650 h 3290"/>
                <a:gd name="T56" fmla="*/ 191 w 1604"/>
                <a:gd name="T57" fmla="*/ 2598 h 3290"/>
                <a:gd name="T58" fmla="*/ 332 w 1604"/>
                <a:gd name="T59" fmla="*/ 2518 h 3290"/>
                <a:gd name="T60" fmla="*/ 452 w 1604"/>
                <a:gd name="T61" fmla="*/ 2428 h 3290"/>
                <a:gd name="T62" fmla="*/ 551 w 1604"/>
                <a:gd name="T63" fmla="*/ 2329 h 3290"/>
                <a:gd name="T64" fmla="*/ 632 w 1604"/>
                <a:gd name="T65" fmla="*/ 2219 h 3290"/>
                <a:gd name="T66" fmla="*/ 697 w 1604"/>
                <a:gd name="T67" fmla="*/ 2095 h 3290"/>
                <a:gd name="T68" fmla="*/ 746 w 1604"/>
                <a:gd name="T69" fmla="*/ 1956 h 3290"/>
                <a:gd name="T70" fmla="*/ 782 w 1604"/>
                <a:gd name="T71" fmla="*/ 1803 h 3290"/>
                <a:gd name="T72" fmla="*/ 801 w 1604"/>
                <a:gd name="T73" fmla="*/ 1634 h 3290"/>
                <a:gd name="T74" fmla="*/ 248 w 1604"/>
                <a:gd name="T75" fmla="*/ 1545 h 3290"/>
                <a:gd name="T76" fmla="*/ 181 w 1604"/>
                <a:gd name="T77" fmla="*/ 1533 h 3290"/>
                <a:gd name="T78" fmla="*/ 125 w 1604"/>
                <a:gd name="T79" fmla="*/ 1500 h 3290"/>
                <a:gd name="T80" fmla="*/ 83 w 1604"/>
                <a:gd name="T81" fmla="*/ 1450 h 3290"/>
                <a:gd name="T82" fmla="*/ 60 w 1604"/>
                <a:gd name="T83" fmla="*/ 1388 h 3290"/>
                <a:gd name="T84" fmla="*/ 57 w 1604"/>
                <a:gd name="T85" fmla="*/ 191 h 3290"/>
                <a:gd name="T86" fmla="*/ 69 w 1604"/>
                <a:gd name="T87" fmla="*/ 125 h 3290"/>
                <a:gd name="T88" fmla="*/ 102 w 1604"/>
                <a:gd name="T89" fmla="*/ 68 h 3290"/>
                <a:gd name="T90" fmla="*/ 152 w 1604"/>
                <a:gd name="T91" fmla="*/ 26 h 3290"/>
                <a:gd name="T92" fmla="*/ 214 w 1604"/>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4" h="3290">
                  <a:moveTo>
                    <a:pt x="248" y="0"/>
                  </a:moveTo>
                  <a:lnTo>
                    <a:pt x="1413" y="0"/>
                  </a:lnTo>
                  <a:lnTo>
                    <a:pt x="1446" y="4"/>
                  </a:lnTo>
                  <a:lnTo>
                    <a:pt x="1479" y="13"/>
                  </a:lnTo>
                  <a:lnTo>
                    <a:pt x="1509" y="26"/>
                  </a:lnTo>
                  <a:lnTo>
                    <a:pt x="1536" y="45"/>
                  </a:lnTo>
                  <a:lnTo>
                    <a:pt x="1559" y="68"/>
                  </a:lnTo>
                  <a:lnTo>
                    <a:pt x="1578" y="95"/>
                  </a:lnTo>
                  <a:lnTo>
                    <a:pt x="1591" y="125"/>
                  </a:lnTo>
                  <a:lnTo>
                    <a:pt x="1601" y="157"/>
                  </a:lnTo>
                  <a:lnTo>
                    <a:pt x="1604" y="191"/>
                  </a:lnTo>
                  <a:lnTo>
                    <a:pt x="1604" y="1105"/>
                  </a:lnTo>
                  <a:lnTo>
                    <a:pt x="1603" y="1237"/>
                  </a:lnTo>
                  <a:lnTo>
                    <a:pt x="1599" y="1364"/>
                  </a:lnTo>
                  <a:lnTo>
                    <a:pt x="1593" y="1485"/>
                  </a:lnTo>
                  <a:lnTo>
                    <a:pt x="1585" y="1599"/>
                  </a:lnTo>
                  <a:lnTo>
                    <a:pt x="1574" y="1709"/>
                  </a:lnTo>
                  <a:lnTo>
                    <a:pt x="1561" y="1812"/>
                  </a:lnTo>
                  <a:lnTo>
                    <a:pt x="1546" y="1909"/>
                  </a:lnTo>
                  <a:lnTo>
                    <a:pt x="1528" y="2001"/>
                  </a:lnTo>
                  <a:lnTo>
                    <a:pt x="1508" y="2087"/>
                  </a:lnTo>
                  <a:lnTo>
                    <a:pt x="1485" y="2166"/>
                  </a:lnTo>
                  <a:lnTo>
                    <a:pt x="1452" y="2261"/>
                  </a:lnTo>
                  <a:lnTo>
                    <a:pt x="1414" y="2354"/>
                  </a:lnTo>
                  <a:lnTo>
                    <a:pt x="1368" y="2444"/>
                  </a:lnTo>
                  <a:lnTo>
                    <a:pt x="1316" y="2531"/>
                  </a:lnTo>
                  <a:lnTo>
                    <a:pt x="1258" y="2617"/>
                  </a:lnTo>
                  <a:lnTo>
                    <a:pt x="1194" y="2700"/>
                  </a:lnTo>
                  <a:lnTo>
                    <a:pt x="1123" y="2781"/>
                  </a:lnTo>
                  <a:lnTo>
                    <a:pt x="1046" y="2859"/>
                  </a:lnTo>
                  <a:lnTo>
                    <a:pt x="967" y="2930"/>
                  </a:lnTo>
                  <a:lnTo>
                    <a:pt x="886" y="2996"/>
                  </a:lnTo>
                  <a:lnTo>
                    <a:pt x="799" y="3058"/>
                  </a:lnTo>
                  <a:lnTo>
                    <a:pt x="707" y="3118"/>
                  </a:lnTo>
                  <a:lnTo>
                    <a:pt x="612" y="3174"/>
                  </a:lnTo>
                  <a:lnTo>
                    <a:pt x="511" y="3226"/>
                  </a:lnTo>
                  <a:lnTo>
                    <a:pt x="406" y="3275"/>
                  </a:lnTo>
                  <a:lnTo>
                    <a:pt x="374" y="3285"/>
                  </a:lnTo>
                  <a:lnTo>
                    <a:pt x="341" y="3290"/>
                  </a:lnTo>
                  <a:lnTo>
                    <a:pt x="309" y="3289"/>
                  </a:lnTo>
                  <a:lnTo>
                    <a:pt x="278" y="3284"/>
                  </a:lnTo>
                  <a:lnTo>
                    <a:pt x="247" y="3272"/>
                  </a:lnTo>
                  <a:lnTo>
                    <a:pt x="220" y="3256"/>
                  </a:lnTo>
                  <a:lnTo>
                    <a:pt x="195" y="3235"/>
                  </a:lnTo>
                  <a:lnTo>
                    <a:pt x="173" y="3210"/>
                  </a:lnTo>
                  <a:lnTo>
                    <a:pt x="156" y="3181"/>
                  </a:lnTo>
                  <a:lnTo>
                    <a:pt x="18" y="2891"/>
                  </a:lnTo>
                  <a:lnTo>
                    <a:pt x="7" y="2862"/>
                  </a:lnTo>
                  <a:lnTo>
                    <a:pt x="1" y="2831"/>
                  </a:lnTo>
                  <a:lnTo>
                    <a:pt x="0" y="2801"/>
                  </a:lnTo>
                  <a:lnTo>
                    <a:pt x="3" y="2771"/>
                  </a:lnTo>
                  <a:lnTo>
                    <a:pt x="11" y="2743"/>
                  </a:lnTo>
                  <a:lnTo>
                    <a:pt x="24" y="2716"/>
                  </a:lnTo>
                  <a:lnTo>
                    <a:pt x="41" y="2691"/>
                  </a:lnTo>
                  <a:lnTo>
                    <a:pt x="61" y="2668"/>
                  </a:lnTo>
                  <a:lnTo>
                    <a:pt x="86" y="2650"/>
                  </a:lnTo>
                  <a:lnTo>
                    <a:pt x="113" y="2634"/>
                  </a:lnTo>
                  <a:lnTo>
                    <a:pt x="191" y="2598"/>
                  </a:lnTo>
                  <a:lnTo>
                    <a:pt x="264" y="2560"/>
                  </a:lnTo>
                  <a:lnTo>
                    <a:pt x="332" y="2518"/>
                  </a:lnTo>
                  <a:lnTo>
                    <a:pt x="394" y="2474"/>
                  </a:lnTo>
                  <a:lnTo>
                    <a:pt x="452" y="2428"/>
                  </a:lnTo>
                  <a:lnTo>
                    <a:pt x="504" y="2380"/>
                  </a:lnTo>
                  <a:lnTo>
                    <a:pt x="551" y="2329"/>
                  </a:lnTo>
                  <a:lnTo>
                    <a:pt x="594" y="2276"/>
                  </a:lnTo>
                  <a:lnTo>
                    <a:pt x="632" y="2219"/>
                  </a:lnTo>
                  <a:lnTo>
                    <a:pt x="666" y="2159"/>
                  </a:lnTo>
                  <a:lnTo>
                    <a:pt x="697" y="2095"/>
                  </a:lnTo>
                  <a:lnTo>
                    <a:pt x="724" y="2027"/>
                  </a:lnTo>
                  <a:lnTo>
                    <a:pt x="746" y="1956"/>
                  </a:lnTo>
                  <a:lnTo>
                    <a:pt x="766" y="1881"/>
                  </a:lnTo>
                  <a:lnTo>
                    <a:pt x="782" y="1803"/>
                  </a:lnTo>
                  <a:lnTo>
                    <a:pt x="793" y="1720"/>
                  </a:lnTo>
                  <a:lnTo>
                    <a:pt x="801" y="1634"/>
                  </a:lnTo>
                  <a:lnTo>
                    <a:pt x="805" y="1545"/>
                  </a:lnTo>
                  <a:lnTo>
                    <a:pt x="248" y="1545"/>
                  </a:lnTo>
                  <a:lnTo>
                    <a:pt x="214" y="1542"/>
                  </a:lnTo>
                  <a:lnTo>
                    <a:pt x="181" y="1533"/>
                  </a:lnTo>
                  <a:lnTo>
                    <a:pt x="152" y="1519"/>
                  </a:lnTo>
                  <a:lnTo>
                    <a:pt x="125" y="1500"/>
                  </a:lnTo>
                  <a:lnTo>
                    <a:pt x="102" y="1477"/>
                  </a:lnTo>
                  <a:lnTo>
                    <a:pt x="83" y="1450"/>
                  </a:lnTo>
                  <a:lnTo>
                    <a:pt x="69" y="1421"/>
                  </a:lnTo>
                  <a:lnTo>
                    <a:pt x="60" y="1388"/>
                  </a:lnTo>
                  <a:lnTo>
                    <a:pt x="57" y="1354"/>
                  </a:lnTo>
                  <a:lnTo>
                    <a:pt x="57" y="191"/>
                  </a:lnTo>
                  <a:lnTo>
                    <a:pt x="60" y="157"/>
                  </a:lnTo>
                  <a:lnTo>
                    <a:pt x="69" y="125"/>
                  </a:lnTo>
                  <a:lnTo>
                    <a:pt x="83" y="95"/>
                  </a:lnTo>
                  <a:lnTo>
                    <a:pt x="102" y="68"/>
                  </a:lnTo>
                  <a:lnTo>
                    <a:pt x="125" y="45"/>
                  </a:lnTo>
                  <a:lnTo>
                    <a:pt x="152"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endParaRPr>
            </a:p>
          </p:txBody>
        </p:sp>
      </p:grpSp>
      <p:sp>
        <p:nvSpPr>
          <p:cNvPr id="21" name="Snip Diagonal Corner Rectangle 29">
            <a:extLst>
              <a:ext uri="{FF2B5EF4-FFF2-40B4-BE49-F238E27FC236}">
                <a16:creationId xmlns:a16="http://schemas.microsoft.com/office/drawing/2014/main" id="{7538C7A3-9C89-8F71-F1BC-7A407B1496BB}"/>
              </a:ext>
            </a:extLst>
          </p:cNvPr>
          <p:cNvSpPr/>
          <p:nvPr/>
        </p:nvSpPr>
        <p:spPr>
          <a:xfrm>
            <a:off x="2378677" y="1862019"/>
            <a:ext cx="256248" cy="256248"/>
          </a:xfrm>
          <a:custGeom>
            <a:avLst/>
            <a:gdLst>
              <a:gd name="connsiteX0" fmla="*/ 256248 w 7434648"/>
              <a:gd name="connsiteY0" fmla="*/ 0 h 3117755"/>
              <a:gd name="connsiteX1" fmla="*/ 7185508 w 7434648"/>
              <a:gd name="connsiteY1" fmla="*/ 0 h 3117755"/>
              <a:gd name="connsiteX2" fmla="*/ 7434648 w 7434648"/>
              <a:gd name="connsiteY2" fmla="*/ 249140 h 3117755"/>
              <a:gd name="connsiteX3" fmla="*/ 7434648 w 7434648"/>
              <a:gd name="connsiteY3" fmla="*/ 2861507 h 3117755"/>
              <a:gd name="connsiteX4" fmla="*/ 7178400 w 7434648"/>
              <a:gd name="connsiteY4" fmla="*/ 3117755 h 3117755"/>
              <a:gd name="connsiteX5" fmla="*/ 249140 w 7434648"/>
              <a:gd name="connsiteY5" fmla="*/ 3117755 h 3117755"/>
              <a:gd name="connsiteX6" fmla="*/ 0 w 7434648"/>
              <a:gd name="connsiteY6" fmla="*/ 2868615 h 3117755"/>
              <a:gd name="connsiteX7" fmla="*/ 0 w 7434648"/>
              <a:gd name="connsiteY7" fmla="*/ 256248 h 3117755"/>
              <a:gd name="connsiteX8" fmla="*/ 256248 w 7434648"/>
              <a:gd name="connsiteY8" fmla="*/ 0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8" fmla="*/ 91440 w 7434648"/>
              <a:gd name="connsiteY8" fmla="*/ 2960055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6" fmla="*/ 249140 w 7434648"/>
              <a:gd name="connsiteY6"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0" fmla="*/ 0 w 7434648"/>
              <a:gd name="connsiteY0" fmla="*/ 256248 h 3167183"/>
              <a:gd name="connsiteX1" fmla="*/ 256248 w 7434648"/>
              <a:gd name="connsiteY1" fmla="*/ 0 h 3167183"/>
              <a:gd name="connsiteX2" fmla="*/ 7185508 w 7434648"/>
              <a:gd name="connsiteY2" fmla="*/ 0 h 3167183"/>
              <a:gd name="connsiteX3" fmla="*/ 7434648 w 7434648"/>
              <a:gd name="connsiteY3" fmla="*/ 249140 h 3167183"/>
              <a:gd name="connsiteX4" fmla="*/ 7434648 w 7434648"/>
              <a:gd name="connsiteY4" fmla="*/ 2861507 h 3167183"/>
              <a:gd name="connsiteX5" fmla="*/ 7166043 w 7434648"/>
              <a:gd name="connsiteY5" fmla="*/ 3167183 h 3167183"/>
              <a:gd name="connsiteX0" fmla="*/ 0 w 7434648"/>
              <a:gd name="connsiteY0" fmla="*/ 256248 h 2861507"/>
              <a:gd name="connsiteX1" fmla="*/ 256248 w 7434648"/>
              <a:gd name="connsiteY1" fmla="*/ 0 h 2861507"/>
              <a:gd name="connsiteX2" fmla="*/ 7185508 w 7434648"/>
              <a:gd name="connsiteY2" fmla="*/ 0 h 2861507"/>
              <a:gd name="connsiteX3" fmla="*/ 7434648 w 7434648"/>
              <a:gd name="connsiteY3" fmla="*/ 249140 h 2861507"/>
              <a:gd name="connsiteX4" fmla="*/ 7434648 w 7434648"/>
              <a:gd name="connsiteY4" fmla="*/ 2861507 h 2861507"/>
              <a:gd name="connsiteX0" fmla="*/ 0 w 7434648"/>
              <a:gd name="connsiteY0" fmla="*/ 256248 h 256248"/>
              <a:gd name="connsiteX1" fmla="*/ 256248 w 7434648"/>
              <a:gd name="connsiteY1" fmla="*/ 0 h 256248"/>
              <a:gd name="connsiteX2" fmla="*/ 7185508 w 7434648"/>
              <a:gd name="connsiteY2" fmla="*/ 0 h 256248"/>
              <a:gd name="connsiteX3" fmla="*/ 7434648 w 7434648"/>
              <a:gd name="connsiteY3" fmla="*/ 249140 h 256248"/>
              <a:gd name="connsiteX0" fmla="*/ 0 w 7185508"/>
              <a:gd name="connsiteY0" fmla="*/ 256248 h 256248"/>
              <a:gd name="connsiteX1" fmla="*/ 256248 w 7185508"/>
              <a:gd name="connsiteY1" fmla="*/ 0 h 256248"/>
              <a:gd name="connsiteX2" fmla="*/ 7185508 w 7185508"/>
              <a:gd name="connsiteY2" fmla="*/ 0 h 256248"/>
              <a:gd name="connsiteX0" fmla="*/ 0 w 256248"/>
              <a:gd name="connsiteY0" fmla="*/ 256248 h 256248"/>
              <a:gd name="connsiteX1" fmla="*/ 256248 w 256248"/>
              <a:gd name="connsiteY1" fmla="*/ 0 h 256248"/>
            </a:gdLst>
            <a:ahLst/>
            <a:cxnLst>
              <a:cxn ang="0">
                <a:pos x="connsiteX0" y="connsiteY0"/>
              </a:cxn>
              <a:cxn ang="0">
                <a:pos x="connsiteX1" y="connsiteY1"/>
              </a:cxn>
            </a:cxnLst>
            <a:rect l="l" t="t" r="r" b="b"/>
            <a:pathLst>
              <a:path w="256248" h="256248">
                <a:moveTo>
                  <a:pt x="0" y="256248"/>
                </a:moveTo>
                <a:lnTo>
                  <a:pt x="256248" y="0"/>
                </a:lnTo>
              </a:path>
            </a:pathLst>
          </a:custGeom>
          <a:noFill/>
          <a:ln w="28575">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22" name="Snip Diagonal Corner Rectangle 13">
            <a:extLst>
              <a:ext uri="{FF2B5EF4-FFF2-40B4-BE49-F238E27FC236}">
                <a16:creationId xmlns:a16="http://schemas.microsoft.com/office/drawing/2014/main" id="{CCA6C9D6-09DA-BEA6-0499-8A8CE4123CD6}"/>
              </a:ext>
            </a:extLst>
          </p:cNvPr>
          <p:cNvSpPr/>
          <p:nvPr/>
        </p:nvSpPr>
        <p:spPr>
          <a:xfrm>
            <a:off x="9374035" y="1990146"/>
            <a:ext cx="260731" cy="228662"/>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 name="connsiteX0" fmla="*/ 5663 w 204136"/>
              <a:gd name="connsiteY0" fmla="*/ 0 h 2483708"/>
              <a:gd name="connsiteX1" fmla="*/ 204136 w 204136"/>
              <a:gd name="connsiteY1" fmla="*/ 198473 h 2483708"/>
              <a:gd name="connsiteX2" fmla="*/ 204136 w 204136"/>
              <a:gd name="connsiteY2" fmla="*/ 2279572 h 2483708"/>
              <a:gd name="connsiteX3" fmla="*/ 0 w 204136"/>
              <a:gd name="connsiteY3" fmla="*/ 2483708 h 2483708"/>
              <a:gd name="connsiteX0" fmla="*/ 0 w 198473"/>
              <a:gd name="connsiteY0" fmla="*/ 0 h 2279572"/>
              <a:gd name="connsiteX1" fmla="*/ 198473 w 198473"/>
              <a:gd name="connsiteY1" fmla="*/ 198473 h 2279572"/>
              <a:gd name="connsiteX2" fmla="*/ 198473 w 198473"/>
              <a:gd name="connsiteY2" fmla="*/ 2279572 h 2279572"/>
              <a:gd name="connsiteX0" fmla="*/ 0 w 198473"/>
              <a:gd name="connsiteY0" fmla="*/ 0 h 198473"/>
              <a:gd name="connsiteX1" fmla="*/ 198473 w 198473"/>
              <a:gd name="connsiteY1" fmla="*/ 198473 h 198473"/>
            </a:gdLst>
            <a:ahLst/>
            <a:cxnLst>
              <a:cxn ang="0">
                <a:pos x="connsiteX0" y="connsiteY0"/>
              </a:cxn>
              <a:cxn ang="0">
                <a:pos x="connsiteX1" y="connsiteY1"/>
              </a:cxn>
            </a:cxnLst>
            <a:rect l="l" t="t" r="r" b="b"/>
            <a:pathLst>
              <a:path w="198473" h="198473">
                <a:moveTo>
                  <a:pt x="0" y="0"/>
                </a:moveTo>
                <a:lnTo>
                  <a:pt x="198473" y="19847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29" name="Rectangle 28">
            <a:extLst>
              <a:ext uri="{FF2B5EF4-FFF2-40B4-BE49-F238E27FC236}">
                <a16:creationId xmlns:a16="http://schemas.microsoft.com/office/drawing/2014/main" id="{FB3D3C8A-8607-C5F8-15B0-61E4100CE9EF}"/>
              </a:ext>
            </a:extLst>
          </p:cNvPr>
          <p:cNvSpPr/>
          <p:nvPr/>
        </p:nvSpPr>
        <p:spPr>
          <a:xfrm>
            <a:off x="2407567" y="2325874"/>
            <a:ext cx="4228901" cy="2275854"/>
          </a:xfrm>
          <a:prstGeom prst="rect">
            <a:avLst/>
          </a:prstGeom>
        </p:spPr>
        <p:txBody>
          <a:bodyPr vert="horz" lIns="91440" tIns="45720" rIns="91440" bIns="45720" rtlCol="0" anchor="ctr" anchorCtr="0">
            <a:noAutofit/>
          </a:bodyPr>
          <a:lstStyle/>
          <a:p>
            <a:pPr algn="ctr" rtl="1"/>
            <a:r>
              <a:rPr lang="ar-SA" sz="2400" dirty="0">
                <a:latin typeface="Sakkal Majalla" panose="02000000000000000000" pitchFamily="2" charset="-78"/>
                <a:cs typeface="Sakkal Majalla" panose="02000000000000000000" pitchFamily="2" charset="-78"/>
              </a:rPr>
              <a:t>هي ممارسات وضوابط تُعنى بدراسة الوضع الحالي للهيئة، وتصميم الوضع المستقبلي، وبناء خارطة الطريق للتحول، بما يحقق المواءمة مع الأهداف الاستراتيجية للهيئة عبر طبقات البنية المؤسسية الست، وهي: الأعمال، البيانات، التطبيقات، التقنية، الأمن السيبراني، وتجربة المستفيد.</a:t>
            </a:r>
          </a:p>
        </p:txBody>
      </p:sp>
      <p:pic>
        <p:nvPicPr>
          <p:cNvPr id="4" name="Picture 2">
            <a:extLst>
              <a:ext uri="{FF2B5EF4-FFF2-40B4-BE49-F238E27FC236}">
                <a16:creationId xmlns:a16="http://schemas.microsoft.com/office/drawing/2014/main" id="{F39A46C0-CCED-C747-D4D2-D542F746E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2635" y="2118268"/>
            <a:ext cx="3127528" cy="2700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982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452BE-0DCA-4D30-F90E-7BE2B0C1561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A20E83E-201B-6133-365A-92C28CF71507}"/>
              </a:ext>
            </a:extLst>
          </p:cNvPr>
          <p:cNvSpPr>
            <a:spLocks noGrp="1"/>
          </p:cNvSpPr>
          <p:nvPr>
            <p:ph type="title"/>
          </p:nvPr>
        </p:nvSpPr>
        <p:spPr>
          <a:xfrm>
            <a:off x="5262880" y="3925452"/>
            <a:ext cx="6281420" cy="641639"/>
          </a:xfrm>
        </p:spPr>
        <p:txBody>
          <a:bodyPr/>
          <a:lstStyle/>
          <a:p>
            <a:r>
              <a:rPr lang="ar-EG" dirty="0"/>
              <a:t>بطاقات السياسات</a:t>
            </a:r>
            <a:endParaRPr lang="en-US" dirty="0"/>
          </a:p>
        </p:txBody>
      </p:sp>
      <p:sp>
        <p:nvSpPr>
          <p:cNvPr id="4" name="Text Placeholder 3">
            <a:extLst>
              <a:ext uri="{FF2B5EF4-FFF2-40B4-BE49-F238E27FC236}">
                <a16:creationId xmlns:a16="http://schemas.microsoft.com/office/drawing/2014/main" id="{FA8E2FE5-595F-5D9F-8FF0-62B3C60311AB}"/>
              </a:ext>
            </a:extLst>
          </p:cNvPr>
          <p:cNvSpPr>
            <a:spLocks noGrp="1"/>
          </p:cNvSpPr>
          <p:nvPr>
            <p:ph type="body" sz="quarter" idx="14"/>
          </p:nvPr>
        </p:nvSpPr>
        <p:spPr/>
        <p:txBody>
          <a:bodyPr/>
          <a:lstStyle/>
          <a:p>
            <a:r>
              <a:rPr lang="ar-EG" dirty="0"/>
              <a:t>02</a:t>
            </a:r>
            <a:endParaRPr lang="en-US" dirty="0"/>
          </a:p>
        </p:txBody>
      </p:sp>
    </p:spTree>
    <p:extLst>
      <p:ext uri="{BB962C8B-B14F-4D97-AF65-F5344CB8AC3E}">
        <p14:creationId xmlns:p14="http://schemas.microsoft.com/office/powerpoint/2010/main" val="1107964037"/>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D0882-5DFC-8BD1-4FCE-F6CC883644AA}"/>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7F4DD8E4-7D16-0325-B7B1-5642B8B0A1F7}"/>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10</a:t>
            </a:fld>
            <a:endParaRPr lang="en-US" sz="1400" b="1" dirty="0">
              <a:solidFill>
                <a:schemeClr val="accent1"/>
              </a:solidFill>
            </a:endParaRPr>
          </a:p>
        </p:txBody>
      </p:sp>
      <p:sp>
        <p:nvSpPr>
          <p:cNvPr id="2" name="Title 1">
            <a:extLst>
              <a:ext uri="{FF2B5EF4-FFF2-40B4-BE49-F238E27FC236}">
                <a16:creationId xmlns:a16="http://schemas.microsoft.com/office/drawing/2014/main" id="{8ED5A2EB-42E8-2847-F08D-210D43ADB114}"/>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تمهيد عن "سياسات البنية المؤسسية"</a:t>
            </a:r>
          </a:p>
        </p:txBody>
      </p:sp>
      <p:sp>
        <p:nvSpPr>
          <p:cNvPr id="15" name="Rectangle 14">
            <a:extLst>
              <a:ext uri="{FF2B5EF4-FFF2-40B4-BE49-F238E27FC236}">
                <a16:creationId xmlns:a16="http://schemas.microsoft.com/office/drawing/2014/main" id="{036FD7AD-522A-C2BE-1BC4-F078BD1FDE2A}"/>
              </a:ext>
            </a:extLst>
          </p:cNvPr>
          <p:cNvSpPr/>
          <p:nvPr/>
        </p:nvSpPr>
        <p:spPr>
          <a:xfrm>
            <a:off x="731520" y="1123836"/>
            <a:ext cx="8774832" cy="4488293"/>
          </a:xfrm>
          <a:prstGeom prst="rect">
            <a:avLst/>
          </a:prstGeom>
        </p:spPr>
        <p:txBody>
          <a:bodyPr anchor="ctr" anchorCtr="0">
            <a:normAutofit/>
          </a:bodyPr>
          <a:lstStyle/>
          <a:p>
            <a:pPr algn="ctr" rtl="1">
              <a:lnSpc>
                <a:spcPct val="150000"/>
              </a:lnSpc>
              <a:spcAft>
                <a:spcPts val="1200"/>
              </a:spcAft>
            </a:pPr>
            <a:r>
              <a:rPr lang="ar-EG" sz="2400" b="1" dirty="0"/>
              <a:t>تمثل مجموعة من المبادئ والتوجيهات الرسمية التي توجه ممارسة البنية المؤسسية داخل الهيئة، وتحدد القواعد والمعايير التي يجب اتباعها لضمان تحقيق الأهداف الاستراتيجية، وتتمثل أهداف تحديد السياسات لممارسة البنية المؤسسية في التالي:</a:t>
            </a:r>
          </a:p>
          <a:p>
            <a:pPr marL="457200" indent="-457200" algn="r" rtl="1">
              <a:lnSpc>
                <a:spcPct val="150000"/>
              </a:lnSpc>
              <a:spcAft>
                <a:spcPts val="1200"/>
              </a:spcAft>
              <a:buFont typeface="Arial" panose="020B0604020202020204" pitchFamily="34" charset="0"/>
              <a:buChar char="•"/>
            </a:pPr>
            <a:r>
              <a:rPr lang="ar-EG" sz="2200" dirty="0"/>
              <a:t>توجيه تطوير وتحديث مكونات البنية المؤسسية بما يتوافق مع التوجهات الاستراتيجية</a:t>
            </a:r>
          </a:p>
          <a:p>
            <a:pPr marL="457200" indent="-457200" algn="r" rtl="1">
              <a:lnSpc>
                <a:spcPct val="150000"/>
              </a:lnSpc>
              <a:spcAft>
                <a:spcPts val="1200"/>
              </a:spcAft>
              <a:buFont typeface="Arial" panose="020B0604020202020204" pitchFamily="34" charset="0"/>
              <a:buChar char="•"/>
            </a:pPr>
            <a:r>
              <a:rPr lang="ar-EG" sz="2200" dirty="0"/>
              <a:t>ضمان الامتثال للمعايير والمبادئ الوطنية وتعزيز الحوكمة المؤسسية</a:t>
            </a:r>
          </a:p>
          <a:p>
            <a:pPr marL="457200" indent="-457200" algn="r" rtl="1">
              <a:lnSpc>
                <a:spcPct val="150000"/>
              </a:lnSpc>
              <a:spcAft>
                <a:spcPts val="1200"/>
              </a:spcAft>
              <a:buFont typeface="Arial" panose="020B0604020202020204" pitchFamily="34" charset="0"/>
              <a:buChar char="•"/>
            </a:pPr>
            <a:r>
              <a:rPr lang="ar-EG" sz="2200" dirty="0"/>
              <a:t>تحسين كفاءة وفعآلية العمليات من خلال تطبيق أفضل الممارسات في البنية المؤسسية</a:t>
            </a:r>
          </a:p>
        </p:txBody>
      </p:sp>
      <p:grpSp>
        <p:nvGrpSpPr>
          <p:cNvPr id="4" name="Group 3">
            <a:extLst>
              <a:ext uri="{FF2B5EF4-FFF2-40B4-BE49-F238E27FC236}">
                <a16:creationId xmlns:a16="http://schemas.microsoft.com/office/drawing/2014/main" id="{F6CBA4D9-514C-E901-8039-4A059BFA1B87}"/>
              </a:ext>
            </a:extLst>
          </p:cNvPr>
          <p:cNvGrpSpPr/>
          <p:nvPr/>
        </p:nvGrpSpPr>
        <p:grpSpPr>
          <a:xfrm flipH="1">
            <a:off x="9736652" y="2512210"/>
            <a:ext cx="1588573" cy="1483303"/>
            <a:chOff x="1037897" y="2843466"/>
            <a:chExt cx="1588573" cy="1483303"/>
          </a:xfrm>
          <a:solidFill>
            <a:srgbClr val="4C3C8D"/>
          </a:solidFill>
        </p:grpSpPr>
        <p:grpSp>
          <p:nvGrpSpPr>
            <p:cNvPr id="5" name="Group 4">
              <a:extLst>
                <a:ext uri="{FF2B5EF4-FFF2-40B4-BE49-F238E27FC236}">
                  <a16:creationId xmlns:a16="http://schemas.microsoft.com/office/drawing/2014/main" id="{43860580-1920-3166-5301-EFBF7F2D0EE9}"/>
                </a:ext>
              </a:extLst>
            </p:cNvPr>
            <p:cNvGrpSpPr/>
            <p:nvPr/>
          </p:nvGrpSpPr>
          <p:grpSpPr>
            <a:xfrm flipH="1">
              <a:off x="1037897" y="2843466"/>
              <a:ext cx="1588573" cy="1483303"/>
              <a:chOff x="9736652" y="2841229"/>
              <a:chExt cx="1588573" cy="1483303"/>
            </a:xfrm>
            <a:grpFill/>
          </p:grpSpPr>
          <p:sp>
            <p:nvSpPr>
              <p:cNvPr id="7" name="Freeform 6">
                <a:extLst>
                  <a:ext uri="{FF2B5EF4-FFF2-40B4-BE49-F238E27FC236}">
                    <a16:creationId xmlns:a16="http://schemas.microsoft.com/office/drawing/2014/main" id="{E3706610-59EA-E6D8-9C24-3B3AF22783B8}"/>
                  </a:ext>
                </a:extLst>
              </p:cNvPr>
              <p:cNvSpPr>
                <a:spLocks/>
              </p:cNvSpPr>
              <p:nvPr/>
            </p:nvSpPr>
            <p:spPr bwMode="auto">
              <a:xfrm>
                <a:off x="9736652" y="2841229"/>
                <a:ext cx="1256429" cy="1483303"/>
              </a:xfrm>
              <a:custGeom>
                <a:avLst/>
                <a:gdLst>
                  <a:gd name="T0" fmla="*/ 632 w 7475"/>
                  <a:gd name="T1" fmla="*/ 103 h 8831"/>
                  <a:gd name="T2" fmla="*/ 298 w 7475"/>
                  <a:gd name="T3" fmla="*/ 352 h 8831"/>
                  <a:gd name="T4" fmla="*/ 72 w 7475"/>
                  <a:gd name="T5" fmla="*/ 707 h 8831"/>
                  <a:gd name="T6" fmla="*/ 0 w 7475"/>
                  <a:gd name="T7" fmla="*/ 4422 h 8831"/>
                  <a:gd name="T8" fmla="*/ 73 w 7475"/>
                  <a:gd name="T9" fmla="*/ 8125 h 8831"/>
                  <a:gd name="T10" fmla="*/ 305 w 7475"/>
                  <a:gd name="T11" fmla="*/ 8483 h 8831"/>
                  <a:gd name="T12" fmla="*/ 639 w 7475"/>
                  <a:gd name="T13" fmla="*/ 8727 h 8831"/>
                  <a:gd name="T14" fmla="*/ 858 w 7475"/>
                  <a:gd name="T15" fmla="*/ 8803 h 8831"/>
                  <a:gd name="T16" fmla="*/ 2039 w 7475"/>
                  <a:gd name="T17" fmla="*/ 8831 h 8831"/>
                  <a:gd name="T18" fmla="*/ 5788 w 7475"/>
                  <a:gd name="T19" fmla="*/ 8829 h 8831"/>
                  <a:gd name="T20" fmla="*/ 6608 w 7475"/>
                  <a:gd name="T21" fmla="*/ 8801 h 8831"/>
                  <a:gd name="T22" fmla="*/ 6807 w 7475"/>
                  <a:gd name="T23" fmla="*/ 8736 h 8831"/>
                  <a:gd name="T24" fmla="*/ 7010 w 7475"/>
                  <a:gd name="T25" fmla="*/ 8620 h 8831"/>
                  <a:gd name="T26" fmla="*/ 7265 w 7475"/>
                  <a:gd name="T27" fmla="*/ 8369 h 8831"/>
                  <a:gd name="T28" fmla="*/ 7426 w 7475"/>
                  <a:gd name="T29" fmla="*/ 8047 h 8831"/>
                  <a:gd name="T30" fmla="*/ 7466 w 7475"/>
                  <a:gd name="T31" fmla="*/ 7857 h 8831"/>
                  <a:gd name="T32" fmla="*/ 7475 w 7475"/>
                  <a:gd name="T33" fmla="*/ 6849 h 8831"/>
                  <a:gd name="T34" fmla="*/ 7153 w 7475"/>
                  <a:gd name="T35" fmla="*/ 6842 h 8831"/>
                  <a:gd name="T36" fmla="*/ 7131 w 7475"/>
                  <a:gd name="T37" fmla="*/ 6930 h 8831"/>
                  <a:gd name="T38" fmla="*/ 7125 w 7475"/>
                  <a:gd name="T39" fmla="*/ 7509 h 8831"/>
                  <a:gd name="T40" fmla="*/ 7101 w 7475"/>
                  <a:gd name="T41" fmla="*/ 7917 h 8831"/>
                  <a:gd name="T42" fmla="*/ 7033 w 7475"/>
                  <a:gd name="T43" fmla="*/ 8084 h 8831"/>
                  <a:gd name="T44" fmla="*/ 6859 w 7475"/>
                  <a:gd name="T45" fmla="*/ 8301 h 8831"/>
                  <a:gd name="T46" fmla="*/ 6621 w 7475"/>
                  <a:gd name="T47" fmla="*/ 8440 h 8831"/>
                  <a:gd name="T48" fmla="*/ 6496 w 7475"/>
                  <a:gd name="T49" fmla="*/ 8466 h 8831"/>
                  <a:gd name="T50" fmla="*/ 3699 w 7475"/>
                  <a:gd name="T51" fmla="*/ 8477 h 8831"/>
                  <a:gd name="T52" fmla="*/ 744 w 7475"/>
                  <a:gd name="T53" fmla="*/ 8388 h 8831"/>
                  <a:gd name="T54" fmla="*/ 536 w 7475"/>
                  <a:gd name="T55" fmla="*/ 8219 h 8831"/>
                  <a:gd name="T56" fmla="*/ 399 w 7475"/>
                  <a:gd name="T57" fmla="*/ 7995 h 8831"/>
                  <a:gd name="T58" fmla="*/ 356 w 7475"/>
                  <a:gd name="T59" fmla="*/ 7814 h 8831"/>
                  <a:gd name="T60" fmla="*/ 342 w 7475"/>
                  <a:gd name="T61" fmla="*/ 4409 h 8831"/>
                  <a:gd name="T62" fmla="*/ 357 w 7475"/>
                  <a:gd name="T63" fmla="*/ 1032 h 8831"/>
                  <a:gd name="T64" fmla="*/ 374 w 7475"/>
                  <a:gd name="T65" fmla="*/ 903 h 8831"/>
                  <a:gd name="T66" fmla="*/ 488 w 7475"/>
                  <a:gd name="T67" fmla="*/ 663 h 8831"/>
                  <a:gd name="T68" fmla="*/ 750 w 7475"/>
                  <a:gd name="T69" fmla="*/ 436 h 8831"/>
                  <a:gd name="T70" fmla="*/ 1042 w 7475"/>
                  <a:gd name="T71" fmla="*/ 347 h 8831"/>
                  <a:gd name="T72" fmla="*/ 2627 w 7475"/>
                  <a:gd name="T73" fmla="*/ 333 h 8831"/>
                  <a:gd name="T74" fmla="*/ 6587 w 7475"/>
                  <a:gd name="T75" fmla="*/ 374 h 8831"/>
                  <a:gd name="T76" fmla="*/ 6804 w 7475"/>
                  <a:gd name="T77" fmla="*/ 484 h 8831"/>
                  <a:gd name="T78" fmla="*/ 7000 w 7475"/>
                  <a:gd name="T79" fmla="*/ 684 h 8831"/>
                  <a:gd name="T80" fmla="*/ 7099 w 7475"/>
                  <a:gd name="T81" fmla="*/ 896 h 8831"/>
                  <a:gd name="T82" fmla="*/ 7125 w 7475"/>
                  <a:gd name="T83" fmla="*/ 1191 h 8831"/>
                  <a:gd name="T84" fmla="*/ 7129 w 7475"/>
                  <a:gd name="T85" fmla="*/ 1839 h 8831"/>
                  <a:gd name="T86" fmla="*/ 7240 w 7475"/>
                  <a:gd name="T87" fmla="*/ 1869 h 8831"/>
                  <a:gd name="T88" fmla="*/ 7475 w 7475"/>
                  <a:gd name="T89" fmla="*/ 1416 h 8831"/>
                  <a:gd name="T90" fmla="*/ 7461 w 7475"/>
                  <a:gd name="T91" fmla="*/ 949 h 8831"/>
                  <a:gd name="T92" fmla="*/ 7409 w 7475"/>
                  <a:gd name="T93" fmla="*/ 723 h 8831"/>
                  <a:gd name="T94" fmla="*/ 7336 w 7475"/>
                  <a:gd name="T95" fmla="*/ 569 h 8831"/>
                  <a:gd name="T96" fmla="*/ 7142 w 7475"/>
                  <a:gd name="T97" fmla="*/ 313 h 8831"/>
                  <a:gd name="T98" fmla="*/ 6880 w 7475"/>
                  <a:gd name="T99" fmla="*/ 124 h 8831"/>
                  <a:gd name="T100" fmla="*/ 6600 w 7475"/>
                  <a:gd name="T101" fmla="*/ 6 h 8831"/>
                  <a:gd name="T102" fmla="*/ 1076 w 7475"/>
                  <a:gd name="T103" fmla="*/ 7 h 8831"/>
                  <a:gd name="T104" fmla="*/ 829 w 7475"/>
                  <a:gd name="T105" fmla="*/ 31 h 8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75" h="8831">
                    <a:moveTo>
                      <a:pt x="829" y="31"/>
                    </a:moveTo>
                    <a:lnTo>
                      <a:pt x="761" y="50"/>
                    </a:lnTo>
                    <a:lnTo>
                      <a:pt x="632" y="103"/>
                    </a:lnTo>
                    <a:lnTo>
                      <a:pt x="511" y="172"/>
                    </a:lnTo>
                    <a:lnTo>
                      <a:pt x="399" y="255"/>
                    </a:lnTo>
                    <a:lnTo>
                      <a:pt x="298" y="352"/>
                    </a:lnTo>
                    <a:lnTo>
                      <a:pt x="209" y="460"/>
                    </a:lnTo>
                    <a:lnTo>
                      <a:pt x="133" y="579"/>
                    </a:lnTo>
                    <a:lnTo>
                      <a:pt x="72" y="707"/>
                    </a:lnTo>
                    <a:lnTo>
                      <a:pt x="49" y="774"/>
                    </a:lnTo>
                    <a:lnTo>
                      <a:pt x="0" y="922"/>
                    </a:lnTo>
                    <a:lnTo>
                      <a:pt x="0" y="4422"/>
                    </a:lnTo>
                    <a:lnTo>
                      <a:pt x="0" y="7922"/>
                    </a:lnTo>
                    <a:lnTo>
                      <a:pt x="47" y="8056"/>
                    </a:lnTo>
                    <a:lnTo>
                      <a:pt x="73" y="8125"/>
                    </a:lnTo>
                    <a:lnTo>
                      <a:pt x="137" y="8255"/>
                    </a:lnTo>
                    <a:lnTo>
                      <a:pt x="215" y="8374"/>
                    </a:lnTo>
                    <a:lnTo>
                      <a:pt x="305" y="8483"/>
                    </a:lnTo>
                    <a:lnTo>
                      <a:pt x="407" y="8578"/>
                    </a:lnTo>
                    <a:lnTo>
                      <a:pt x="518" y="8660"/>
                    </a:lnTo>
                    <a:lnTo>
                      <a:pt x="639" y="8727"/>
                    </a:lnTo>
                    <a:lnTo>
                      <a:pt x="768" y="8779"/>
                    </a:lnTo>
                    <a:lnTo>
                      <a:pt x="835" y="8797"/>
                    </a:lnTo>
                    <a:lnTo>
                      <a:pt x="858" y="8803"/>
                    </a:lnTo>
                    <a:lnTo>
                      <a:pt x="916" y="8813"/>
                    </a:lnTo>
                    <a:lnTo>
                      <a:pt x="1080" y="8823"/>
                    </a:lnTo>
                    <a:lnTo>
                      <a:pt x="2039" y="8831"/>
                    </a:lnTo>
                    <a:lnTo>
                      <a:pt x="3740" y="8831"/>
                    </a:lnTo>
                    <a:lnTo>
                      <a:pt x="4795" y="8831"/>
                    </a:lnTo>
                    <a:lnTo>
                      <a:pt x="5788" y="8829"/>
                    </a:lnTo>
                    <a:lnTo>
                      <a:pt x="6213" y="8824"/>
                    </a:lnTo>
                    <a:lnTo>
                      <a:pt x="6483" y="8814"/>
                    </a:lnTo>
                    <a:lnTo>
                      <a:pt x="6608" y="8801"/>
                    </a:lnTo>
                    <a:lnTo>
                      <a:pt x="6668" y="8791"/>
                    </a:lnTo>
                    <a:lnTo>
                      <a:pt x="6735" y="8772"/>
                    </a:lnTo>
                    <a:lnTo>
                      <a:pt x="6807" y="8736"/>
                    </a:lnTo>
                    <a:lnTo>
                      <a:pt x="6850" y="8714"/>
                    </a:lnTo>
                    <a:lnTo>
                      <a:pt x="6906" y="8686"/>
                    </a:lnTo>
                    <a:lnTo>
                      <a:pt x="7010" y="8620"/>
                    </a:lnTo>
                    <a:lnTo>
                      <a:pt x="7104" y="8546"/>
                    </a:lnTo>
                    <a:lnTo>
                      <a:pt x="7190" y="8462"/>
                    </a:lnTo>
                    <a:lnTo>
                      <a:pt x="7265" y="8369"/>
                    </a:lnTo>
                    <a:lnTo>
                      <a:pt x="7329" y="8269"/>
                    </a:lnTo>
                    <a:lnTo>
                      <a:pt x="7383" y="8162"/>
                    </a:lnTo>
                    <a:lnTo>
                      <a:pt x="7426" y="8047"/>
                    </a:lnTo>
                    <a:lnTo>
                      <a:pt x="7442" y="7987"/>
                    </a:lnTo>
                    <a:lnTo>
                      <a:pt x="7452" y="7946"/>
                    </a:lnTo>
                    <a:lnTo>
                      <a:pt x="7466" y="7857"/>
                    </a:lnTo>
                    <a:lnTo>
                      <a:pt x="7475" y="7643"/>
                    </a:lnTo>
                    <a:lnTo>
                      <a:pt x="7475" y="7354"/>
                    </a:lnTo>
                    <a:lnTo>
                      <a:pt x="7475" y="6849"/>
                    </a:lnTo>
                    <a:lnTo>
                      <a:pt x="7314" y="6844"/>
                    </a:lnTo>
                    <a:lnTo>
                      <a:pt x="7248" y="6842"/>
                    </a:lnTo>
                    <a:lnTo>
                      <a:pt x="7153" y="6842"/>
                    </a:lnTo>
                    <a:lnTo>
                      <a:pt x="7139" y="6844"/>
                    </a:lnTo>
                    <a:lnTo>
                      <a:pt x="7136" y="6852"/>
                    </a:lnTo>
                    <a:lnTo>
                      <a:pt x="7131" y="6930"/>
                    </a:lnTo>
                    <a:lnTo>
                      <a:pt x="7126" y="7149"/>
                    </a:lnTo>
                    <a:lnTo>
                      <a:pt x="7125" y="7349"/>
                    </a:lnTo>
                    <a:lnTo>
                      <a:pt x="7125" y="7509"/>
                    </a:lnTo>
                    <a:lnTo>
                      <a:pt x="7123" y="7720"/>
                    </a:lnTo>
                    <a:lnTo>
                      <a:pt x="7116" y="7842"/>
                    </a:lnTo>
                    <a:lnTo>
                      <a:pt x="7101" y="7917"/>
                    </a:lnTo>
                    <a:lnTo>
                      <a:pt x="7090" y="7951"/>
                    </a:lnTo>
                    <a:lnTo>
                      <a:pt x="7074" y="7997"/>
                    </a:lnTo>
                    <a:lnTo>
                      <a:pt x="7033" y="8084"/>
                    </a:lnTo>
                    <a:lnTo>
                      <a:pt x="6983" y="8164"/>
                    </a:lnTo>
                    <a:lnTo>
                      <a:pt x="6925" y="8237"/>
                    </a:lnTo>
                    <a:lnTo>
                      <a:pt x="6859" y="8301"/>
                    </a:lnTo>
                    <a:lnTo>
                      <a:pt x="6786" y="8357"/>
                    </a:lnTo>
                    <a:lnTo>
                      <a:pt x="6706" y="8403"/>
                    </a:lnTo>
                    <a:lnTo>
                      <a:pt x="6621" y="8440"/>
                    </a:lnTo>
                    <a:lnTo>
                      <a:pt x="6575" y="8454"/>
                    </a:lnTo>
                    <a:lnTo>
                      <a:pt x="6558" y="8459"/>
                    </a:lnTo>
                    <a:lnTo>
                      <a:pt x="6496" y="8466"/>
                    </a:lnTo>
                    <a:lnTo>
                      <a:pt x="6304" y="8474"/>
                    </a:lnTo>
                    <a:lnTo>
                      <a:pt x="5299" y="8479"/>
                    </a:lnTo>
                    <a:lnTo>
                      <a:pt x="3699" y="8477"/>
                    </a:lnTo>
                    <a:lnTo>
                      <a:pt x="915" y="8472"/>
                    </a:lnTo>
                    <a:lnTo>
                      <a:pt x="785" y="8409"/>
                    </a:lnTo>
                    <a:lnTo>
                      <a:pt x="744" y="8388"/>
                    </a:lnTo>
                    <a:lnTo>
                      <a:pt x="668" y="8339"/>
                    </a:lnTo>
                    <a:lnTo>
                      <a:pt x="598" y="8282"/>
                    </a:lnTo>
                    <a:lnTo>
                      <a:pt x="536" y="8219"/>
                    </a:lnTo>
                    <a:lnTo>
                      <a:pt x="482" y="8150"/>
                    </a:lnTo>
                    <a:lnTo>
                      <a:pt x="436" y="8075"/>
                    </a:lnTo>
                    <a:lnTo>
                      <a:pt x="399" y="7995"/>
                    </a:lnTo>
                    <a:lnTo>
                      <a:pt x="371" y="7911"/>
                    </a:lnTo>
                    <a:lnTo>
                      <a:pt x="360" y="7867"/>
                    </a:lnTo>
                    <a:lnTo>
                      <a:pt x="356" y="7814"/>
                    </a:lnTo>
                    <a:lnTo>
                      <a:pt x="349" y="7395"/>
                    </a:lnTo>
                    <a:lnTo>
                      <a:pt x="343" y="6032"/>
                    </a:lnTo>
                    <a:lnTo>
                      <a:pt x="342" y="4409"/>
                    </a:lnTo>
                    <a:lnTo>
                      <a:pt x="342" y="2512"/>
                    </a:lnTo>
                    <a:lnTo>
                      <a:pt x="349" y="1278"/>
                    </a:lnTo>
                    <a:lnTo>
                      <a:pt x="357" y="1032"/>
                    </a:lnTo>
                    <a:lnTo>
                      <a:pt x="363" y="953"/>
                    </a:lnTo>
                    <a:lnTo>
                      <a:pt x="367" y="932"/>
                    </a:lnTo>
                    <a:lnTo>
                      <a:pt x="374" y="903"/>
                    </a:lnTo>
                    <a:lnTo>
                      <a:pt x="393" y="845"/>
                    </a:lnTo>
                    <a:lnTo>
                      <a:pt x="428" y="763"/>
                    </a:lnTo>
                    <a:lnTo>
                      <a:pt x="488" y="663"/>
                    </a:lnTo>
                    <a:lnTo>
                      <a:pt x="563" y="575"/>
                    </a:lnTo>
                    <a:lnTo>
                      <a:pt x="651" y="498"/>
                    </a:lnTo>
                    <a:lnTo>
                      <a:pt x="750" y="436"/>
                    </a:lnTo>
                    <a:lnTo>
                      <a:pt x="860" y="388"/>
                    </a:lnTo>
                    <a:lnTo>
                      <a:pt x="979" y="356"/>
                    </a:lnTo>
                    <a:lnTo>
                      <a:pt x="1042" y="347"/>
                    </a:lnTo>
                    <a:lnTo>
                      <a:pt x="1104" y="343"/>
                    </a:lnTo>
                    <a:lnTo>
                      <a:pt x="1495" y="337"/>
                    </a:lnTo>
                    <a:lnTo>
                      <a:pt x="2627" y="333"/>
                    </a:lnTo>
                    <a:lnTo>
                      <a:pt x="3834" y="334"/>
                    </a:lnTo>
                    <a:lnTo>
                      <a:pt x="6484" y="339"/>
                    </a:lnTo>
                    <a:lnTo>
                      <a:pt x="6587" y="374"/>
                    </a:lnTo>
                    <a:lnTo>
                      <a:pt x="6634" y="391"/>
                    </a:lnTo>
                    <a:lnTo>
                      <a:pt x="6722" y="433"/>
                    </a:lnTo>
                    <a:lnTo>
                      <a:pt x="6804" y="484"/>
                    </a:lnTo>
                    <a:lnTo>
                      <a:pt x="6878" y="543"/>
                    </a:lnTo>
                    <a:lnTo>
                      <a:pt x="6943" y="610"/>
                    </a:lnTo>
                    <a:lnTo>
                      <a:pt x="7000" y="684"/>
                    </a:lnTo>
                    <a:lnTo>
                      <a:pt x="7047" y="764"/>
                    </a:lnTo>
                    <a:lnTo>
                      <a:pt x="7084" y="850"/>
                    </a:lnTo>
                    <a:lnTo>
                      <a:pt x="7099" y="896"/>
                    </a:lnTo>
                    <a:lnTo>
                      <a:pt x="7106" y="924"/>
                    </a:lnTo>
                    <a:lnTo>
                      <a:pt x="7117" y="1001"/>
                    </a:lnTo>
                    <a:lnTo>
                      <a:pt x="7125" y="1191"/>
                    </a:lnTo>
                    <a:lnTo>
                      <a:pt x="7125" y="1422"/>
                    </a:lnTo>
                    <a:lnTo>
                      <a:pt x="7126" y="1597"/>
                    </a:lnTo>
                    <a:lnTo>
                      <a:pt x="7129" y="1839"/>
                    </a:lnTo>
                    <a:lnTo>
                      <a:pt x="7132" y="1866"/>
                    </a:lnTo>
                    <a:lnTo>
                      <a:pt x="7144" y="1868"/>
                    </a:lnTo>
                    <a:lnTo>
                      <a:pt x="7240" y="1869"/>
                    </a:lnTo>
                    <a:lnTo>
                      <a:pt x="7307" y="1867"/>
                    </a:lnTo>
                    <a:lnTo>
                      <a:pt x="7475" y="1862"/>
                    </a:lnTo>
                    <a:lnTo>
                      <a:pt x="7475" y="1416"/>
                    </a:lnTo>
                    <a:lnTo>
                      <a:pt x="7475" y="1242"/>
                    </a:lnTo>
                    <a:lnTo>
                      <a:pt x="7469" y="1050"/>
                    </a:lnTo>
                    <a:lnTo>
                      <a:pt x="7461" y="949"/>
                    </a:lnTo>
                    <a:lnTo>
                      <a:pt x="7449" y="864"/>
                    </a:lnTo>
                    <a:lnTo>
                      <a:pt x="7432" y="791"/>
                    </a:lnTo>
                    <a:lnTo>
                      <a:pt x="7409" y="723"/>
                    </a:lnTo>
                    <a:lnTo>
                      <a:pt x="7380" y="655"/>
                    </a:lnTo>
                    <a:lnTo>
                      <a:pt x="7362" y="619"/>
                    </a:lnTo>
                    <a:lnTo>
                      <a:pt x="7336" y="569"/>
                    </a:lnTo>
                    <a:lnTo>
                      <a:pt x="7278" y="476"/>
                    </a:lnTo>
                    <a:lnTo>
                      <a:pt x="7213" y="391"/>
                    </a:lnTo>
                    <a:lnTo>
                      <a:pt x="7142" y="313"/>
                    </a:lnTo>
                    <a:lnTo>
                      <a:pt x="7062" y="243"/>
                    </a:lnTo>
                    <a:lnTo>
                      <a:pt x="6975" y="180"/>
                    </a:lnTo>
                    <a:lnTo>
                      <a:pt x="6880" y="124"/>
                    </a:lnTo>
                    <a:lnTo>
                      <a:pt x="6777" y="74"/>
                    </a:lnTo>
                    <a:lnTo>
                      <a:pt x="6722" y="52"/>
                    </a:lnTo>
                    <a:lnTo>
                      <a:pt x="6600" y="6"/>
                    </a:lnTo>
                    <a:lnTo>
                      <a:pt x="3775" y="2"/>
                    </a:lnTo>
                    <a:lnTo>
                      <a:pt x="2053" y="0"/>
                    </a:lnTo>
                    <a:lnTo>
                      <a:pt x="1076" y="7"/>
                    </a:lnTo>
                    <a:lnTo>
                      <a:pt x="908" y="17"/>
                    </a:lnTo>
                    <a:lnTo>
                      <a:pt x="851" y="25"/>
                    </a:lnTo>
                    <a:lnTo>
                      <a:pt x="829"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8" name="Freeform 7">
                <a:extLst>
                  <a:ext uri="{FF2B5EF4-FFF2-40B4-BE49-F238E27FC236}">
                    <a16:creationId xmlns:a16="http://schemas.microsoft.com/office/drawing/2014/main" id="{AF4E69CC-27CB-661B-F8A6-CC12E076BA2D}"/>
                  </a:ext>
                </a:extLst>
              </p:cNvPr>
              <p:cNvSpPr>
                <a:spLocks/>
              </p:cNvSpPr>
              <p:nvPr/>
            </p:nvSpPr>
            <p:spPr bwMode="auto">
              <a:xfrm>
                <a:off x="10015708" y="3174280"/>
                <a:ext cx="697412" cy="24956"/>
              </a:xfrm>
              <a:custGeom>
                <a:avLst/>
                <a:gdLst>
                  <a:gd name="T0" fmla="*/ 5 w 4150"/>
                  <a:gd name="T1" fmla="*/ 22 h 149"/>
                  <a:gd name="T2" fmla="*/ 2 w 4150"/>
                  <a:gd name="T3" fmla="*/ 34 h 149"/>
                  <a:gd name="T4" fmla="*/ 0 w 4150"/>
                  <a:gd name="T5" fmla="*/ 73 h 149"/>
                  <a:gd name="T6" fmla="*/ 2 w 4150"/>
                  <a:gd name="T7" fmla="*/ 94 h 149"/>
                  <a:gd name="T8" fmla="*/ 7 w 4150"/>
                  <a:gd name="T9" fmla="*/ 140 h 149"/>
                  <a:gd name="T10" fmla="*/ 2079 w 4150"/>
                  <a:gd name="T11" fmla="*/ 145 h 149"/>
                  <a:gd name="T12" fmla="*/ 4150 w 4150"/>
                  <a:gd name="T13" fmla="*/ 149 h 149"/>
                  <a:gd name="T14" fmla="*/ 4145 w 4150"/>
                  <a:gd name="T15" fmla="*/ 79 h 149"/>
                  <a:gd name="T16" fmla="*/ 4140 w 4150"/>
                  <a:gd name="T17" fmla="*/ 7 h 149"/>
                  <a:gd name="T18" fmla="*/ 2077 w 4150"/>
                  <a:gd name="T19" fmla="*/ 2 h 149"/>
                  <a:gd name="T20" fmla="*/ 935 w 4150"/>
                  <a:gd name="T21" fmla="*/ 0 h 149"/>
                  <a:gd name="T22" fmla="*/ 187 w 4150"/>
                  <a:gd name="T23" fmla="*/ 6 h 149"/>
                  <a:gd name="T24" fmla="*/ 46 w 4150"/>
                  <a:gd name="T25" fmla="*/ 12 h 149"/>
                  <a:gd name="T26" fmla="*/ 9 w 4150"/>
                  <a:gd name="T27" fmla="*/ 18 h 149"/>
                  <a:gd name="T28" fmla="*/ 5 w 4150"/>
                  <a:gd name="T2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50" h="149">
                    <a:moveTo>
                      <a:pt x="5" y="22"/>
                    </a:moveTo>
                    <a:lnTo>
                      <a:pt x="2" y="34"/>
                    </a:lnTo>
                    <a:lnTo>
                      <a:pt x="0" y="73"/>
                    </a:lnTo>
                    <a:lnTo>
                      <a:pt x="2" y="94"/>
                    </a:lnTo>
                    <a:lnTo>
                      <a:pt x="7" y="140"/>
                    </a:lnTo>
                    <a:lnTo>
                      <a:pt x="2079" y="145"/>
                    </a:lnTo>
                    <a:lnTo>
                      <a:pt x="4150" y="149"/>
                    </a:lnTo>
                    <a:lnTo>
                      <a:pt x="4145" y="79"/>
                    </a:lnTo>
                    <a:lnTo>
                      <a:pt x="4140" y="7"/>
                    </a:lnTo>
                    <a:lnTo>
                      <a:pt x="2077" y="2"/>
                    </a:lnTo>
                    <a:lnTo>
                      <a:pt x="935" y="0"/>
                    </a:lnTo>
                    <a:lnTo>
                      <a:pt x="187" y="6"/>
                    </a:lnTo>
                    <a:lnTo>
                      <a:pt x="46"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9" name="Freeform 8">
                <a:extLst>
                  <a:ext uri="{FF2B5EF4-FFF2-40B4-BE49-F238E27FC236}">
                    <a16:creationId xmlns:a16="http://schemas.microsoft.com/office/drawing/2014/main" id="{3B0F0F5B-9A12-524F-479D-B4CA09ACFCC4}"/>
                  </a:ext>
                </a:extLst>
              </p:cNvPr>
              <p:cNvSpPr>
                <a:spLocks noEditPoints="1"/>
              </p:cNvSpPr>
              <p:nvPr/>
            </p:nvSpPr>
            <p:spPr bwMode="auto">
              <a:xfrm>
                <a:off x="10614202" y="3216932"/>
                <a:ext cx="711023" cy="711023"/>
              </a:xfrm>
              <a:custGeom>
                <a:avLst/>
                <a:gdLst>
                  <a:gd name="T0" fmla="*/ 1447 w 4229"/>
                  <a:gd name="T1" fmla="*/ 106 h 4232"/>
                  <a:gd name="T2" fmla="*/ 819 w 4229"/>
                  <a:gd name="T3" fmla="*/ 442 h 4232"/>
                  <a:gd name="T4" fmla="*/ 456 w 4229"/>
                  <a:gd name="T5" fmla="*/ 801 h 4232"/>
                  <a:gd name="T6" fmla="*/ 145 w 4229"/>
                  <a:gd name="T7" fmla="*/ 1332 h 4232"/>
                  <a:gd name="T8" fmla="*/ 21 w 4229"/>
                  <a:gd name="T9" fmla="*/ 1755 h 4232"/>
                  <a:gd name="T10" fmla="*/ 10 w 4229"/>
                  <a:gd name="T11" fmla="*/ 2393 h 4232"/>
                  <a:gd name="T12" fmla="*/ 92 w 4229"/>
                  <a:gd name="T13" fmla="*/ 2759 h 4232"/>
                  <a:gd name="T14" fmla="*/ 361 w 4229"/>
                  <a:gd name="T15" fmla="*/ 3308 h 4232"/>
                  <a:gd name="T16" fmla="*/ 679 w 4229"/>
                  <a:gd name="T17" fmla="*/ 3670 h 4232"/>
                  <a:gd name="T18" fmla="*/ 1185 w 4229"/>
                  <a:gd name="T19" fmla="*/ 4024 h 4232"/>
                  <a:gd name="T20" fmla="*/ 1714 w 4229"/>
                  <a:gd name="T21" fmla="*/ 4204 h 4232"/>
                  <a:gd name="T22" fmla="*/ 2229 w 4229"/>
                  <a:gd name="T23" fmla="*/ 4232 h 4232"/>
                  <a:gd name="T24" fmla="*/ 2597 w 4229"/>
                  <a:gd name="T25" fmla="*/ 4185 h 4232"/>
                  <a:gd name="T26" fmla="*/ 3176 w 4229"/>
                  <a:gd name="T27" fmla="*/ 3953 h 4232"/>
                  <a:gd name="T28" fmla="*/ 3607 w 4229"/>
                  <a:gd name="T29" fmla="*/ 3612 h 4232"/>
                  <a:gd name="T30" fmla="*/ 3951 w 4229"/>
                  <a:gd name="T31" fmla="*/ 3177 h 4232"/>
                  <a:gd name="T32" fmla="*/ 4182 w 4229"/>
                  <a:gd name="T33" fmla="*/ 2594 h 4232"/>
                  <a:gd name="T34" fmla="*/ 4229 w 4229"/>
                  <a:gd name="T35" fmla="*/ 2228 h 4232"/>
                  <a:gd name="T36" fmla="*/ 4199 w 4229"/>
                  <a:gd name="T37" fmla="*/ 1719 h 4232"/>
                  <a:gd name="T38" fmla="*/ 4017 w 4229"/>
                  <a:gd name="T39" fmla="*/ 1187 h 4232"/>
                  <a:gd name="T40" fmla="*/ 3662 w 4229"/>
                  <a:gd name="T41" fmla="*/ 672 h 4232"/>
                  <a:gd name="T42" fmla="*/ 3179 w 4229"/>
                  <a:gd name="T43" fmla="*/ 284 h 4232"/>
                  <a:gd name="T44" fmla="*/ 2597 w 4229"/>
                  <a:gd name="T45" fmla="*/ 51 h 4232"/>
                  <a:gd name="T46" fmla="*/ 2110 w 4229"/>
                  <a:gd name="T47" fmla="*/ 0 h 4232"/>
                  <a:gd name="T48" fmla="*/ 2421 w 4229"/>
                  <a:gd name="T49" fmla="*/ 373 h 4232"/>
                  <a:gd name="T50" fmla="*/ 2962 w 4229"/>
                  <a:gd name="T51" fmla="*/ 563 h 4232"/>
                  <a:gd name="T52" fmla="*/ 3365 w 4229"/>
                  <a:gd name="T53" fmla="*/ 867 h 4232"/>
                  <a:gd name="T54" fmla="*/ 3716 w 4229"/>
                  <a:gd name="T55" fmla="*/ 1361 h 4232"/>
                  <a:gd name="T56" fmla="*/ 3883 w 4229"/>
                  <a:gd name="T57" fmla="*/ 2003 h 4232"/>
                  <a:gd name="T58" fmla="*/ 3799 w 4229"/>
                  <a:gd name="T59" fmla="*/ 2661 h 4232"/>
                  <a:gd name="T60" fmla="*/ 3464 w 4229"/>
                  <a:gd name="T61" fmla="*/ 3266 h 4232"/>
                  <a:gd name="T62" fmla="*/ 3179 w 4229"/>
                  <a:gd name="T63" fmla="*/ 3532 h 4232"/>
                  <a:gd name="T64" fmla="*/ 2726 w 4229"/>
                  <a:gd name="T65" fmla="*/ 3780 h 4232"/>
                  <a:gd name="T66" fmla="*/ 2408 w 4229"/>
                  <a:gd name="T67" fmla="*/ 3870 h 4232"/>
                  <a:gd name="T68" fmla="*/ 2031 w 4229"/>
                  <a:gd name="T69" fmla="*/ 3882 h 4232"/>
                  <a:gd name="T70" fmla="*/ 1684 w 4229"/>
                  <a:gd name="T71" fmla="*/ 3839 h 4232"/>
                  <a:gd name="T72" fmla="*/ 1289 w 4229"/>
                  <a:gd name="T73" fmla="*/ 3684 h 4232"/>
                  <a:gd name="T74" fmla="*/ 904 w 4229"/>
                  <a:gd name="T75" fmla="*/ 3411 h 4232"/>
                  <a:gd name="T76" fmla="*/ 607 w 4229"/>
                  <a:gd name="T77" fmla="*/ 3048 h 4232"/>
                  <a:gd name="T78" fmla="*/ 410 w 4229"/>
                  <a:gd name="T79" fmla="*/ 2611 h 4232"/>
                  <a:gd name="T80" fmla="*/ 354 w 4229"/>
                  <a:gd name="T81" fmla="*/ 2322 h 4232"/>
                  <a:gd name="T82" fmla="*/ 354 w 4229"/>
                  <a:gd name="T83" fmla="*/ 1916 h 4232"/>
                  <a:gd name="T84" fmla="*/ 410 w 4229"/>
                  <a:gd name="T85" fmla="*/ 1627 h 4232"/>
                  <a:gd name="T86" fmla="*/ 605 w 4229"/>
                  <a:gd name="T87" fmla="*/ 1192 h 4232"/>
                  <a:gd name="T88" fmla="*/ 862 w 4229"/>
                  <a:gd name="T89" fmla="*/ 867 h 4232"/>
                  <a:gd name="T90" fmla="*/ 1142 w 4229"/>
                  <a:gd name="T91" fmla="*/ 639 h 4232"/>
                  <a:gd name="T92" fmla="*/ 1503 w 4229"/>
                  <a:gd name="T93" fmla="*/ 456 h 4232"/>
                  <a:gd name="T94" fmla="*/ 1893 w 4229"/>
                  <a:gd name="T95" fmla="*/ 359 h 4232"/>
                  <a:gd name="T96" fmla="*/ 2298 w 4229"/>
                  <a:gd name="T97" fmla="*/ 355 h 4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9" h="4232">
                    <a:moveTo>
                      <a:pt x="1905" y="4"/>
                    </a:moveTo>
                    <a:lnTo>
                      <a:pt x="1809" y="17"/>
                    </a:lnTo>
                    <a:lnTo>
                      <a:pt x="1624" y="55"/>
                    </a:lnTo>
                    <a:lnTo>
                      <a:pt x="1447" y="106"/>
                    </a:lnTo>
                    <a:lnTo>
                      <a:pt x="1278" y="170"/>
                    </a:lnTo>
                    <a:lnTo>
                      <a:pt x="1117" y="247"/>
                    </a:lnTo>
                    <a:lnTo>
                      <a:pt x="964" y="338"/>
                    </a:lnTo>
                    <a:lnTo>
                      <a:pt x="819" y="442"/>
                    </a:lnTo>
                    <a:lnTo>
                      <a:pt x="681" y="559"/>
                    </a:lnTo>
                    <a:lnTo>
                      <a:pt x="615" y="624"/>
                    </a:lnTo>
                    <a:lnTo>
                      <a:pt x="559" y="682"/>
                    </a:lnTo>
                    <a:lnTo>
                      <a:pt x="456" y="801"/>
                    </a:lnTo>
                    <a:lnTo>
                      <a:pt x="364" y="925"/>
                    </a:lnTo>
                    <a:lnTo>
                      <a:pt x="281" y="1055"/>
                    </a:lnTo>
                    <a:lnTo>
                      <a:pt x="208" y="1190"/>
                    </a:lnTo>
                    <a:lnTo>
                      <a:pt x="145" y="1332"/>
                    </a:lnTo>
                    <a:lnTo>
                      <a:pt x="92" y="1481"/>
                    </a:lnTo>
                    <a:lnTo>
                      <a:pt x="47" y="1637"/>
                    </a:lnTo>
                    <a:lnTo>
                      <a:pt x="29" y="1719"/>
                    </a:lnTo>
                    <a:lnTo>
                      <a:pt x="21" y="1755"/>
                    </a:lnTo>
                    <a:lnTo>
                      <a:pt x="10" y="1845"/>
                    </a:lnTo>
                    <a:lnTo>
                      <a:pt x="0" y="2003"/>
                    </a:lnTo>
                    <a:lnTo>
                      <a:pt x="0" y="2234"/>
                    </a:lnTo>
                    <a:lnTo>
                      <a:pt x="10" y="2393"/>
                    </a:lnTo>
                    <a:lnTo>
                      <a:pt x="21" y="2482"/>
                    </a:lnTo>
                    <a:lnTo>
                      <a:pt x="29" y="2519"/>
                    </a:lnTo>
                    <a:lnTo>
                      <a:pt x="47" y="2602"/>
                    </a:lnTo>
                    <a:lnTo>
                      <a:pt x="92" y="2759"/>
                    </a:lnTo>
                    <a:lnTo>
                      <a:pt x="144" y="2907"/>
                    </a:lnTo>
                    <a:lnTo>
                      <a:pt x="206" y="3047"/>
                    </a:lnTo>
                    <a:lnTo>
                      <a:pt x="278" y="3180"/>
                    </a:lnTo>
                    <a:lnTo>
                      <a:pt x="361" y="3308"/>
                    </a:lnTo>
                    <a:lnTo>
                      <a:pt x="455" y="3431"/>
                    </a:lnTo>
                    <a:lnTo>
                      <a:pt x="562" y="3552"/>
                    </a:lnTo>
                    <a:lnTo>
                      <a:pt x="620" y="3612"/>
                    </a:lnTo>
                    <a:lnTo>
                      <a:pt x="679" y="3670"/>
                    </a:lnTo>
                    <a:lnTo>
                      <a:pt x="799" y="3775"/>
                    </a:lnTo>
                    <a:lnTo>
                      <a:pt x="922" y="3869"/>
                    </a:lnTo>
                    <a:lnTo>
                      <a:pt x="1050" y="3952"/>
                    </a:lnTo>
                    <a:lnTo>
                      <a:pt x="1185" y="4024"/>
                    </a:lnTo>
                    <a:lnTo>
                      <a:pt x="1325" y="4087"/>
                    </a:lnTo>
                    <a:lnTo>
                      <a:pt x="1474" y="4140"/>
                    </a:lnTo>
                    <a:lnTo>
                      <a:pt x="1631" y="4185"/>
                    </a:lnTo>
                    <a:lnTo>
                      <a:pt x="1714" y="4204"/>
                    </a:lnTo>
                    <a:lnTo>
                      <a:pt x="1750" y="4211"/>
                    </a:lnTo>
                    <a:lnTo>
                      <a:pt x="1840" y="4222"/>
                    </a:lnTo>
                    <a:lnTo>
                      <a:pt x="1998" y="4232"/>
                    </a:lnTo>
                    <a:lnTo>
                      <a:pt x="2229" y="4232"/>
                    </a:lnTo>
                    <a:lnTo>
                      <a:pt x="2388" y="4222"/>
                    </a:lnTo>
                    <a:lnTo>
                      <a:pt x="2477" y="4211"/>
                    </a:lnTo>
                    <a:lnTo>
                      <a:pt x="2514" y="4204"/>
                    </a:lnTo>
                    <a:lnTo>
                      <a:pt x="2597" y="4185"/>
                    </a:lnTo>
                    <a:lnTo>
                      <a:pt x="2754" y="4141"/>
                    </a:lnTo>
                    <a:lnTo>
                      <a:pt x="2902" y="4088"/>
                    </a:lnTo>
                    <a:lnTo>
                      <a:pt x="3043" y="4026"/>
                    </a:lnTo>
                    <a:lnTo>
                      <a:pt x="3176" y="3953"/>
                    </a:lnTo>
                    <a:lnTo>
                      <a:pt x="3304" y="3871"/>
                    </a:lnTo>
                    <a:lnTo>
                      <a:pt x="3427" y="3776"/>
                    </a:lnTo>
                    <a:lnTo>
                      <a:pt x="3548" y="3670"/>
                    </a:lnTo>
                    <a:lnTo>
                      <a:pt x="3607" y="3612"/>
                    </a:lnTo>
                    <a:lnTo>
                      <a:pt x="3666" y="3552"/>
                    </a:lnTo>
                    <a:lnTo>
                      <a:pt x="3773" y="3430"/>
                    </a:lnTo>
                    <a:lnTo>
                      <a:pt x="3868" y="3306"/>
                    </a:lnTo>
                    <a:lnTo>
                      <a:pt x="3951" y="3177"/>
                    </a:lnTo>
                    <a:lnTo>
                      <a:pt x="4023" y="3042"/>
                    </a:lnTo>
                    <a:lnTo>
                      <a:pt x="4085" y="2901"/>
                    </a:lnTo>
                    <a:lnTo>
                      <a:pt x="4138" y="2752"/>
                    </a:lnTo>
                    <a:lnTo>
                      <a:pt x="4182" y="2594"/>
                    </a:lnTo>
                    <a:lnTo>
                      <a:pt x="4200" y="2510"/>
                    </a:lnTo>
                    <a:lnTo>
                      <a:pt x="4208" y="2472"/>
                    </a:lnTo>
                    <a:lnTo>
                      <a:pt x="4219" y="2382"/>
                    </a:lnTo>
                    <a:lnTo>
                      <a:pt x="4229" y="2228"/>
                    </a:lnTo>
                    <a:lnTo>
                      <a:pt x="4229" y="2007"/>
                    </a:lnTo>
                    <a:lnTo>
                      <a:pt x="4218" y="1851"/>
                    </a:lnTo>
                    <a:lnTo>
                      <a:pt x="4206" y="1759"/>
                    </a:lnTo>
                    <a:lnTo>
                      <a:pt x="4199" y="1719"/>
                    </a:lnTo>
                    <a:lnTo>
                      <a:pt x="4181" y="1639"/>
                    </a:lnTo>
                    <a:lnTo>
                      <a:pt x="4137" y="1483"/>
                    </a:lnTo>
                    <a:lnTo>
                      <a:pt x="4082" y="1332"/>
                    </a:lnTo>
                    <a:lnTo>
                      <a:pt x="4017" y="1187"/>
                    </a:lnTo>
                    <a:lnTo>
                      <a:pt x="3941" y="1048"/>
                    </a:lnTo>
                    <a:lnTo>
                      <a:pt x="3857" y="916"/>
                    </a:lnTo>
                    <a:lnTo>
                      <a:pt x="3764" y="790"/>
                    </a:lnTo>
                    <a:lnTo>
                      <a:pt x="3662" y="672"/>
                    </a:lnTo>
                    <a:lnTo>
                      <a:pt x="3552" y="562"/>
                    </a:lnTo>
                    <a:lnTo>
                      <a:pt x="3434" y="460"/>
                    </a:lnTo>
                    <a:lnTo>
                      <a:pt x="3310" y="367"/>
                    </a:lnTo>
                    <a:lnTo>
                      <a:pt x="3179" y="284"/>
                    </a:lnTo>
                    <a:lnTo>
                      <a:pt x="3042" y="210"/>
                    </a:lnTo>
                    <a:lnTo>
                      <a:pt x="2899" y="146"/>
                    </a:lnTo>
                    <a:lnTo>
                      <a:pt x="2750" y="93"/>
                    </a:lnTo>
                    <a:lnTo>
                      <a:pt x="2597" y="51"/>
                    </a:lnTo>
                    <a:lnTo>
                      <a:pt x="2519" y="35"/>
                    </a:lnTo>
                    <a:lnTo>
                      <a:pt x="2460" y="26"/>
                    </a:lnTo>
                    <a:lnTo>
                      <a:pt x="2294" y="10"/>
                    </a:lnTo>
                    <a:lnTo>
                      <a:pt x="2110" y="0"/>
                    </a:lnTo>
                    <a:lnTo>
                      <a:pt x="1955" y="0"/>
                    </a:lnTo>
                    <a:lnTo>
                      <a:pt x="1905" y="4"/>
                    </a:lnTo>
                    <a:close/>
                    <a:moveTo>
                      <a:pt x="2349" y="362"/>
                    </a:moveTo>
                    <a:lnTo>
                      <a:pt x="2421" y="373"/>
                    </a:lnTo>
                    <a:lnTo>
                      <a:pt x="2564" y="404"/>
                    </a:lnTo>
                    <a:lnTo>
                      <a:pt x="2701" y="446"/>
                    </a:lnTo>
                    <a:lnTo>
                      <a:pt x="2834" y="499"/>
                    </a:lnTo>
                    <a:lnTo>
                      <a:pt x="2962" y="563"/>
                    </a:lnTo>
                    <a:lnTo>
                      <a:pt x="3084" y="637"/>
                    </a:lnTo>
                    <a:lnTo>
                      <a:pt x="3201" y="721"/>
                    </a:lnTo>
                    <a:lnTo>
                      <a:pt x="3312" y="816"/>
                    </a:lnTo>
                    <a:lnTo>
                      <a:pt x="3365" y="867"/>
                    </a:lnTo>
                    <a:lnTo>
                      <a:pt x="3428" y="932"/>
                    </a:lnTo>
                    <a:lnTo>
                      <a:pt x="3539" y="1068"/>
                    </a:lnTo>
                    <a:lnTo>
                      <a:pt x="3635" y="1211"/>
                    </a:lnTo>
                    <a:lnTo>
                      <a:pt x="3716" y="1361"/>
                    </a:lnTo>
                    <a:lnTo>
                      <a:pt x="3781" y="1516"/>
                    </a:lnTo>
                    <a:lnTo>
                      <a:pt x="3830" y="1676"/>
                    </a:lnTo>
                    <a:lnTo>
                      <a:pt x="3864" y="1838"/>
                    </a:lnTo>
                    <a:lnTo>
                      <a:pt x="3883" y="2003"/>
                    </a:lnTo>
                    <a:lnTo>
                      <a:pt x="3885" y="2169"/>
                    </a:lnTo>
                    <a:lnTo>
                      <a:pt x="3872" y="2334"/>
                    </a:lnTo>
                    <a:lnTo>
                      <a:pt x="3843" y="2499"/>
                    </a:lnTo>
                    <a:lnTo>
                      <a:pt x="3799" y="2661"/>
                    </a:lnTo>
                    <a:lnTo>
                      <a:pt x="3739" y="2820"/>
                    </a:lnTo>
                    <a:lnTo>
                      <a:pt x="3663" y="2974"/>
                    </a:lnTo>
                    <a:lnTo>
                      <a:pt x="3571" y="3123"/>
                    </a:lnTo>
                    <a:lnTo>
                      <a:pt x="3464" y="3266"/>
                    </a:lnTo>
                    <a:lnTo>
                      <a:pt x="3404" y="3334"/>
                    </a:lnTo>
                    <a:lnTo>
                      <a:pt x="3365" y="3375"/>
                    </a:lnTo>
                    <a:lnTo>
                      <a:pt x="3277" y="3455"/>
                    </a:lnTo>
                    <a:lnTo>
                      <a:pt x="3179" y="3532"/>
                    </a:lnTo>
                    <a:lnTo>
                      <a:pt x="3073" y="3604"/>
                    </a:lnTo>
                    <a:lnTo>
                      <a:pt x="2961" y="3670"/>
                    </a:lnTo>
                    <a:lnTo>
                      <a:pt x="2845" y="3729"/>
                    </a:lnTo>
                    <a:lnTo>
                      <a:pt x="2726" y="3780"/>
                    </a:lnTo>
                    <a:lnTo>
                      <a:pt x="2606" y="3822"/>
                    </a:lnTo>
                    <a:lnTo>
                      <a:pt x="2547" y="3839"/>
                    </a:lnTo>
                    <a:lnTo>
                      <a:pt x="2495" y="3852"/>
                    </a:lnTo>
                    <a:lnTo>
                      <a:pt x="2408" y="3870"/>
                    </a:lnTo>
                    <a:lnTo>
                      <a:pt x="2317" y="3879"/>
                    </a:lnTo>
                    <a:lnTo>
                      <a:pt x="2196" y="3882"/>
                    </a:lnTo>
                    <a:lnTo>
                      <a:pt x="2114" y="3882"/>
                    </a:lnTo>
                    <a:lnTo>
                      <a:pt x="2031" y="3882"/>
                    </a:lnTo>
                    <a:lnTo>
                      <a:pt x="1911" y="3879"/>
                    </a:lnTo>
                    <a:lnTo>
                      <a:pt x="1821" y="3870"/>
                    </a:lnTo>
                    <a:lnTo>
                      <a:pt x="1735" y="3852"/>
                    </a:lnTo>
                    <a:lnTo>
                      <a:pt x="1684" y="3839"/>
                    </a:lnTo>
                    <a:lnTo>
                      <a:pt x="1624" y="3822"/>
                    </a:lnTo>
                    <a:lnTo>
                      <a:pt x="1508" y="3783"/>
                    </a:lnTo>
                    <a:lnTo>
                      <a:pt x="1396" y="3737"/>
                    </a:lnTo>
                    <a:lnTo>
                      <a:pt x="1289" y="3684"/>
                    </a:lnTo>
                    <a:lnTo>
                      <a:pt x="1185" y="3625"/>
                    </a:lnTo>
                    <a:lnTo>
                      <a:pt x="1087" y="3560"/>
                    </a:lnTo>
                    <a:lnTo>
                      <a:pt x="993" y="3488"/>
                    </a:lnTo>
                    <a:lnTo>
                      <a:pt x="904" y="3411"/>
                    </a:lnTo>
                    <a:lnTo>
                      <a:pt x="821" y="3328"/>
                    </a:lnTo>
                    <a:lnTo>
                      <a:pt x="744" y="3240"/>
                    </a:lnTo>
                    <a:lnTo>
                      <a:pt x="672" y="3146"/>
                    </a:lnTo>
                    <a:lnTo>
                      <a:pt x="607" y="3048"/>
                    </a:lnTo>
                    <a:lnTo>
                      <a:pt x="547" y="2945"/>
                    </a:lnTo>
                    <a:lnTo>
                      <a:pt x="495" y="2838"/>
                    </a:lnTo>
                    <a:lnTo>
                      <a:pt x="449" y="2727"/>
                    </a:lnTo>
                    <a:lnTo>
                      <a:pt x="410" y="2611"/>
                    </a:lnTo>
                    <a:lnTo>
                      <a:pt x="394" y="2552"/>
                    </a:lnTo>
                    <a:lnTo>
                      <a:pt x="380" y="2500"/>
                    </a:lnTo>
                    <a:lnTo>
                      <a:pt x="363" y="2413"/>
                    </a:lnTo>
                    <a:lnTo>
                      <a:pt x="354" y="2322"/>
                    </a:lnTo>
                    <a:lnTo>
                      <a:pt x="350" y="2201"/>
                    </a:lnTo>
                    <a:lnTo>
                      <a:pt x="350" y="2119"/>
                    </a:lnTo>
                    <a:lnTo>
                      <a:pt x="350" y="2036"/>
                    </a:lnTo>
                    <a:lnTo>
                      <a:pt x="354" y="1916"/>
                    </a:lnTo>
                    <a:lnTo>
                      <a:pt x="363" y="1825"/>
                    </a:lnTo>
                    <a:lnTo>
                      <a:pt x="380" y="1737"/>
                    </a:lnTo>
                    <a:lnTo>
                      <a:pt x="394" y="1685"/>
                    </a:lnTo>
                    <a:lnTo>
                      <a:pt x="410" y="1627"/>
                    </a:lnTo>
                    <a:lnTo>
                      <a:pt x="448" y="1512"/>
                    </a:lnTo>
                    <a:lnTo>
                      <a:pt x="494" y="1401"/>
                    </a:lnTo>
                    <a:lnTo>
                      <a:pt x="546" y="1295"/>
                    </a:lnTo>
                    <a:lnTo>
                      <a:pt x="605" y="1192"/>
                    </a:lnTo>
                    <a:lnTo>
                      <a:pt x="670" y="1094"/>
                    </a:lnTo>
                    <a:lnTo>
                      <a:pt x="742" y="1000"/>
                    </a:lnTo>
                    <a:lnTo>
                      <a:pt x="820" y="910"/>
                    </a:lnTo>
                    <a:lnTo>
                      <a:pt x="862" y="867"/>
                    </a:lnTo>
                    <a:lnTo>
                      <a:pt x="899" y="831"/>
                    </a:lnTo>
                    <a:lnTo>
                      <a:pt x="977" y="762"/>
                    </a:lnTo>
                    <a:lnTo>
                      <a:pt x="1058" y="698"/>
                    </a:lnTo>
                    <a:lnTo>
                      <a:pt x="1142" y="639"/>
                    </a:lnTo>
                    <a:lnTo>
                      <a:pt x="1228" y="585"/>
                    </a:lnTo>
                    <a:lnTo>
                      <a:pt x="1318" y="537"/>
                    </a:lnTo>
                    <a:lnTo>
                      <a:pt x="1409" y="493"/>
                    </a:lnTo>
                    <a:lnTo>
                      <a:pt x="1503" y="456"/>
                    </a:lnTo>
                    <a:lnTo>
                      <a:pt x="1598" y="423"/>
                    </a:lnTo>
                    <a:lnTo>
                      <a:pt x="1695" y="396"/>
                    </a:lnTo>
                    <a:lnTo>
                      <a:pt x="1794" y="375"/>
                    </a:lnTo>
                    <a:lnTo>
                      <a:pt x="1893" y="359"/>
                    </a:lnTo>
                    <a:lnTo>
                      <a:pt x="1994" y="350"/>
                    </a:lnTo>
                    <a:lnTo>
                      <a:pt x="2095" y="346"/>
                    </a:lnTo>
                    <a:lnTo>
                      <a:pt x="2196" y="348"/>
                    </a:lnTo>
                    <a:lnTo>
                      <a:pt x="2298" y="355"/>
                    </a:lnTo>
                    <a:lnTo>
                      <a:pt x="2349"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
                <a:extLst>
                  <a:ext uri="{FF2B5EF4-FFF2-40B4-BE49-F238E27FC236}">
                    <a16:creationId xmlns:a16="http://schemas.microsoft.com/office/drawing/2014/main" id="{784E7876-8E28-7FAF-0AA9-23A7503E222F}"/>
                  </a:ext>
                </a:extLst>
              </p:cNvPr>
              <p:cNvSpPr>
                <a:spLocks/>
              </p:cNvSpPr>
              <p:nvPr/>
            </p:nvSpPr>
            <p:spPr bwMode="auto">
              <a:xfrm>
                <a:off x="10763484"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grpFill/>
              <a:ln>
                <a:noFill/>
              </a:ln>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10">
                <a:extLst>
                  <a:ext uri="{FF2B5EF4-FFF2-40B4-BE49-F238E27FC236}">
                    <a16:creationId xmlns:a16="http://schemas.microsoft.com/office/drawing/2014/main" id="{28938234-202E-B226-3138-7CA5B7563FBB}"/>
                  </a:ext>
                </a:extLst>
              </p:cNvPr>
              <p:cNvSpPr>
                <a:spLocks/>
              </p:cNvSpPr>
              <p:nvPr/>
            </p:nvSpPr>
            <p:spPr bwMode="auto">
              <a:xfrm>
                <a:off x="10015708" y="3364401"/>
                <a:ext cx="588058" cy="24956"/>
              </a:xfrm>
              <a:custGeom>
                <a:avLst/>
                <a:gdLst>
                  <a:gd name="T0" fmla="*/ 5 w 3499"/>
                  <a:gd name="T1" fmla="*/ 23 h 150"/>
                  <a:gd name="T2" fmla="*/ 2 w 3499"/>
                  <a:gd name="T3" fmla="*/ 36 h 150"/>
                  <a:gd name="T4" fmla="*/ 0 w 3499"/>
                  <a:gd name="T5" fmla="*/ 74 h 150"/>
                  <a:gd name="T6" fmla="*/ 2 w 3499"/>
                  <a:gd name="T7" fmla="*/ 95 h 150"/>
                  <a:gd name="T8" fmla="*/ 7 w 3499"/>
                  <a:gd name="T9" fmla="*/ 142 h 150"/>
                  <a:gd name="T10" fmla="*/ 1720 w 3499"/>
                  <a:gd name="T11" fmla="*/ 147 h 150"/>
                  <a:gd name="T12" fmla="*/ 3432 w 3499"/>
                  <a:gd name="T13" fmla="*/ 150 h 150"/>
                  <a:gd name="T14" fmla="*/ 3465 w 3499"/>
                  <a:gd name="T15" fmla="*/ 97 h 150"/>
                  <a:gd name="T16" fmla="*/ 3479 w 3499"/>
                  <a:gd name="T17" fmla="*/ 74 h 150"/>
                  <a:gd name="T18" fmla="*/ 3497 w 3499"/>
                  <a:gd name="T19" fmla="*/ 32 h 150"/>
                  <a:gd name="T20" fmla="*/ 3499 w 3499"/>
                  <a:gd name="T21" fmla="*/ 20 h 150"/>
                  <a:gd name="T22" fmla="*/ 3496 w 3499"/>
                  <a:gd name="T23" fmla="*/ 17 h 150"/>
                  <a:gd name="T24" fmla="*/ 3458 w 3499"/>
                  <a:gd name="T25" fmla="*/ 13 h 150"/>
                  <a:gd name="T26" fmla="*/ 3321 w 3499"/>
                  <a:gd name="T27" fmla="*/ 7 h 150"/>
                  <a:gd name="T28" fmla="*/ 2666 w 3499"/>
                  <a:gd name="T29" fmla="*/ 1 h 150"/>
                  <a:gd name="T30" fmla="*/ 1757 w 3499"/>
                  <a:gd name="T31" fmla="*/ 0 h 150"/>
                  <a:gd name="T32" fmla="*/ 795 w 3499"/>
                  <a:gd name="T33" fmla="*/ 0 h 150"/>
                  <a:gd name="T34" fmla="*/ 161 w 3499"/>
                  <a:gd name="T35" fmla="*/ 7 h 150"/>
                  <a:gd name="T36" fmla="*/ 41 w 3499"/>
                  <a:gd name="T37" fmla="*/ 14 h 150"/>
                  <a:gd name="T38" fmla="*/ 9 w 3499"/>
                  <a:gd name="T39" fmla="*/ 20 h 150"/>
                  <a:gd name="T40" fmla="*/ 5 w 3499"/>
                  <a:gd name="T41"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99" h="150">
                    <a:moveTo>
                      <a:pt x="5" y="23"/>
                    </a:moveTo>
                    <a:lnTo>
                      <a:pt x="2" y="36"/>
                    </a:lnTo>
                    <a:lnTo>
                      <a:pt x="0" y="74"/>
                    </a:lnTo>
                    <a:lnTo>
                      <a:pt x="2" y="95"/>
                    </a:lnTo>
                    <a:lnTo>
                      <a:pt x="7" y="142"/>
                    </a:lnTo>
                    <a:lnTo>
                      <a:pt x="1720" y="147"/>
                    </a:lnTo>
                    <a:lnTo>
                      <a:pt x="3432" y="150"/>
                    </a:lnTo>
                    <a:lnTo>
                      <a:pt x="3465" y="97"/>
                    </a:lnTo>
                    <a:lnTo>
                      <a:pt x="3479" y="74"/>
                    </a:lnTo>
                    <a:lnTo>
                      <a:pt x="3497" y="32"/>
                    </a:lnTo>
                    <a:lnTo>
                      <a:pt x="3499" y="20"/>
                    </a:lnTo>
                    <a:lnTo>
                      <a:pt x="3496" y="17"/>
                    </a:lnTo>
                    <a:lnTo>
                      <a:pt x="3458" y="13"/>
                    </a:lnTo>
                    <a:lnTo>
                      <a:pt x="3321" y="7"/>
                    </a:lnTo>
                    <a:lnTo>
                      <a:pt x="2666" y="1"/>
                    </a:lnTo>
                    <a:lnTo>
                      <a:pt x="1757" y="0"/>
                    </a:lnTo>
                    <a:lnTo>
                      <a:pt x="795" y="0"/>
                    </a:lnTo>
                    <a:lnTo>
                      <a:pt x="161" y="7"/>
                    </a:lnTo>
                    <a:lnTo>
                      <a:pt x="41"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11">
                <a:extLst>
                  <a:ext uri="{FF2B5EF4-FFF2-40B4-BE49-F238E27FC236}">
                    <a16:creationId xmlns:a16="http://schemas.microsoft.com/office/drawing/2014/main" id="{781437F3-7415-DFDC-3B57-F6F53F382CC4}"/>
                  </a:ext>
                </a:extLst>
              </p:cNvPr>
              <p:cNvSpPr>
                <a:spLocks/>
              </p:cNvSpPr>
              <p:nvPr/>
            </p:nvSpPr>
            <p:spPr bwMode="auto">
              <a:xfrm>
                <a:off x="10015708" y="3565865"/>
                <a:ext cx="534969" cy="25410"/>
              </a:xfrm>
              <a:custGeom>
                <a:avLst/>
                <a:gdLst>
                  <a:gd name="T0" fmla="*/ 5 w 3182"/>
                  <a:gd name="T1" fmla="*/ 23 h 150"/>
                  <a:gd name="T2" fmla="*/ 2 w 3182"/>
                  <a:gd name="T3" fmla="*/ 36 h 150"/>
                  <a:gd name="T4" fmla="*/ 0 w 3182"/>
                  <a:gd name="T5" fmla="*/ 74 h 150"/>
                  <a:gd name="T6" fmla="*/ 2 w 3182"/>
                  <a:gd name="T7" fmla="*/ 95 h 150"/>
                  <a:gd name="T8" fmla="*/ 7 w 3182"/>
                  <a:gd name="T9" fmla="*/ 142 h 150"/>
                  <a:gd name="T10" fmla="*/ 1595 w 3182"/>
                  <a:gd name="T11" fmla="*/ 147 h 150"/>
                  <a:gd name="T12" fmla="*/ 3182 w 3182"/>
                  <a:gd name="T13" fmla="*/ 150 h 150"/>
                  <a:gd name="T14" fmla="*/ 3182 w 3182"/>
                  <a:gd name="T15" fmla="*/ 75 h 150"/>
                  <a:gd name="T16" fmla="*/ 3182 w 3182"/>
                  <a:gd name="T17" fmla="*/ 0 h 150"/>
                  <a:gd name="T18" fmla="*/ 1599 w 3182"/>
                  <a:gd name="T19" fmla="*/ 0 h 150"/>
                  <a:gd name="T20" fmla="*/ 725 w 3182"/>
                  <a:gd name="T21" fmla="*/ 0 h 150"/>
                  <a:gd name="T22" fmla="*/ 148 w 3182"/>
                  <a:gd name="T23" fmla="*/ 7 h 150"/>
                  <a:gd name="T24" fmla="*/ 38 w 3182"/>
                  <a:gd name="T25" fmla="*/ 14 h 150"/>
                  <a:gd name="T26" fmla="*/ 9 w 3182"/>
                  <a:gd name="T27" fmla="*/ 20 h 150"/>
                  <a:gd name="T28" fmla="*/ 5 w 3182"/>
                  <a:gd name="T29"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82" h="150">
                    <a:moveTo>
                      <a:pt x="5" y="23"/>
                    </a:moveTo>
                    <a:lnTo>
                      <a:pt x="2" y="36"/>
                    </a:lnTo>
                    <a:lnTo>
                      <a:pt x="0" y="74"/>
                    </a:lnTo>
                    <a:lnTo>
                      <a:pt x="2" y="95"/>
                    </a:lnTo>
                    <a:lnTo>
                      <a:pt x="7" y="142"/>
                    </a:lnTo>
                    <a:lnTo>
                      <a:pt x="1595" y="147"/>
                    </a:lnTo>
                    <a:lnTo>
                      <a:pt x="3182" y="150"/>
                    </a:lnTo>
                    <a:lnTo>
                      <a:pt x="3182" y="75"/>
                    </a:lnTo>
                    <a:lnTo>
                      <a:pt x="3182" y="0"/>
                    </a:lnTo>
                    <a:lnTo>
                      <a:pt x="1599" y="0"/>
                    </a:lnTo>
                    <a:lnTo>
                      <a:pt x="725" y="0"/>
                    </a:lnTo>
                    <a:lnTo>
                      <a:pt x="148" y="7"/>
                    </a:lnTo>
                    <a:lnTo>
                      <a:pt x="38"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12">
                <a:extLst>
                  <a:ext uri="{FF2B5EF4-FFF2-40B4-BE49-F238E27FC236}">
                    <a16:creationId xmlns:a16="http://schemas.microsoft.com/office/drawing/2014/main" id="{028FC9F2-3D84-2C62-2FBF-C554617122BB}"/>
                  </a:ext>
                </a:extLst>
              </p:cNvPr>
              <p:cNvSpPr>
                <a:spLocks/>
              </p:cNvSpPr>
              <p:nvPr/>
            </p:nvSpPr>
            <p:spPr bwMode="auto">
              <a:xfrm>
                <a:off x="10015708" y="3756440"/>
                <a:ext cx="591688" cy="24956"/>
              </a:xfrm>
              <a:custGeom>
                <a:avLst/>
                <a:gdLst>
                  <a:gd name="T0" fmla="*/ 5 w 3519"/>
                  <a:gd name="T1" fmla="*/ 22 h 148"/>
                  <a:gd name="T2" fmla="*/ 2 w 3519"/>
                  <a:gd name="T3" fmla="*/ 34 h 148"/>
                  <a:gd name="T4" fmla="*/ 0 w 3519"/>
                  <a:gd name="T5" fmla="*/ 73 h 148"/>
                  <a:gd name="T6" fmla="*/ 2 w 3519"/>
                  <a:gd name="T7" fmla="*/ 93 h 148"/>
                  <a:gd name="T8" fmla="*/ 7 w 3519"/>
                  <a:gd name="T9" fmla="*/ 140 h 148"/>
                  <a:gd name="T10" fmla="*/ 1762 w 3519"/>
                  <a:gd name="T11" fmla="*/ 145 h 148"/>
                  <a:gd name="T12" fmla="*/ 3519 w 3519"/>
                  <a:gd name="T13" fmla="*/ 148 h 148"/>
                  <a:gd name="T14" fmla="*/ 3479 w 3519"/>
                  <a:gd name="T15" fmla="*/ 78 h 148"/>
                  <a:gd name="T16" fmla="*/ 3440 w 3519"/>
                  <a:gd name="T17" fmla="*/ 7 h 148"/>
                  <a:gd name="T18" fmla="*/ 1727 w 3519"/>
                  <a:gd name="T19" fmla="*/ 2 h 148"/>
                  <a:gd name="T20" fmla="*/ 779 w 3519"/>
                  <a:gd name="T21" fmla="*/ 0 h 148"/>
                  <a:gd name="T22" fmla="*/ 158 w 3519"/>
                  <a:gd name="T23" fmla="*/ 5 h 148"/>
                  <a:gd name="T24" fmla="*/ 40 w 3519"/>
                  <a:gd name="T25" fmla="*/ 12 h 148"/>
                  <a:gd name="T26" fmla="*/ 9 w 3519"/>
                  <a:gd name="T27" fmla="*/ 18 h 148"/>
                  <a:gd name="T28" fmla="*/ 5 w 3519"/>
                  <a:gd name="T29" fmla="*/ 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9" h="148">
                    <a:moveTo>
                      <a:pt x="5" y="22"/>
                    </a:moveTo>
                    <a:lnTo>
                      <a:pt x="2" y="34"/>
                    </a:lnTo>
                    <a:lnTo>
                      <a:pt x="0" y="73"/>
                    </a:lnTo>
                    <a:lnTo>
                      <a:pt x="2" y="93"/>
                    </a:lnTo>
                    <a:lnTo>
                      <a:pt x="7" y="140"/>
                    </a:lnTo>
                    <a:lnTo>
                      <a:pt x="1762" y="145"/>
                    </a:lnTo>
                    <a:lnTo>
                      <a:pt x="3519" y="148"/>
                    </a:lnTo>
                    <a:lnTo>
                      <a:pt x="3479" y="78"/>
                    </a:lnTo>
                    <a:lnTo>
                      <a:pt x="3440" y="7"/>
                    </a:lnTo>
                    <a:lnTo>
                      <a:pt x="1727" y="2"/>
                    </a:lnTo>
                    <a:lnTo>
                      <a:pt x="779" y="0"/>
                    </a:lnTo>
                    <a:lnTo>
                      <a:pt x="158" y="5"/>
                    </a:lnTo>
                    <a:lnTo>
                      <a:pt x="40"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13">
                <a:extLst>
                  <a:ext uri="{FF2B5EF4-FFF2-40B4-BE49-F238E27FC236}">
                    <a16:creationId xmlns:a16="http://schemas.microsoft.com/office/drawing/2014/main" id="{F0771BC8-30F0-E434-A05C-C56445EA46E6}"/>
                  </a:ext>
                </a:extLst>
              </p:cNvPr>
              <p:cNvSpPr>
                <a:spLocks/>
              </p:cNvSpPr>
              <p:nvPr/>
            </p:nvSpPr>
            <p:spPr bwMode="auto">
              <a:xfrm>
                <a:off x="10015253" y="3949283"/>
                <a:ext cx="697865" cy="22688"/>
              </a:xfrm>
              <a:custGeom>
                <a:avLst/>
                <a:gdLst>
                  <a:gd name="T0" fmla="*/ 0 w 4150"/>
                  <a:gd name="T1" fmla="*/ 67 h 134"/>
                  <a:gd name="T2" fmla="*/ 0 w 4150"/>
                  <a:gd name="T3" fmla="*/ 134 h 134"/>
                  <a:gd name="T4" fmla="*/ 2075 w 4150"/>
                  <a:gd name="T5" fmla="*/ 134 h 134"/>
                  <a:gd name="T6" fmla="*/ 4150 w 4150"/>
                  <a:gd name="T7" fmla="*/ 134 h 134"/>
                  <a:gd name="T8" fmla="*/ 4150 w 4150"/>
                  <a:gd name="T9" fmla="*/ 67 h 134"/>
                  <a:gd name="T10" fmla="*/ 4150 w 4150"/>
                  <a:gd name="T11" fmla="*/ 0 h 134"/>
                  <a:gd name="T12" fmla="*/ 2075 w 4150"/>
                  <a:gd name="T13" fmla="*/ 0 h 134"/>
                  <a:gd name="T14" fmla="*/ 0 w 4150"/>
                  <a:gd name="T15" fmla="*/ 0 h 134"/>
                  <a:gd name="T16" fmla="*/ 0 w 4150"/>
                  <a:gd name="T17" fmla="*/ 6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0" h="134">
                    <a:moveTo>
                      <a:pt x="0" y="67"/>
                    </a:moveTo>
                    <a:lnTo>
                      <a:pt x="0" y="134"/>
                    </a:lnTo>
                    <a:lnTo>
                      <a:pt x="2075" y="134"/>
                    </a:lnTo>
                    <a:lnTo>
                      <a:pt x="4150" y="134"/>
                    </a:lnTo>
                    <a:lnTo>
                      <a:pt x="4150" y="67"/>
                    </a:lnTo>
                    <a:lnTo>
                      <a:pt x="4150" y="0"/>
                    </a:lnTo>
                    <a:lnTo>
                      <a:pt x="2075" y="0"/>
                    </a:lnTo>
                    <a:lnTo>
                      <a:pt x="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sp>
          <p:nvSpPr>
            <p:cNvPr id="6" name="Freeform 9">
              <a:extLst>
                <a:ext uri="{FF2B5EF4-FFF2-40B4-BE49-F238E27FC236}">
                  <a16:creationId xmlns:a16="http://schemas.microsoft.com/office/drawing/2014/main" id="{67FD5EAC-87C0-1892-FCAB-38D38E6FF269}"/>
                </a:ext>
              </a:extLst>
            </p:cNvPr>
            <p:cNvSpPr>
              <a:spLocks/>
            </p:cNvSpPr>
            <p:nvPr/>
          </p:nvSpPr>
          <p:spPr bwMode="auto">
            <a:xfrm flipH="1">
              <a:off x="1210776"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dirty="0"/>
            </a:p>
          </p:txBody>
        </p:sp>
      </p:grpSp>
    </p:spTree>
    <p:extLst>
      <p:ext uri="{BB962C8B-B14F-4D97-AF65-F5344CB8AC3E}">
        <p14:creationId xmlns:p14="http://schemas.microsoft.com/office/powerpoint/2010/main" val="2168628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6D1D9-684A-38C4-C4B7-231BE2F699BF}"/>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8831AB8E-1FDB-8A10-0BA5-5571FC0B8436}"/>
              </a:ext>
            </a:extLst>
          </p:cNvPr>
          <p:cNvSpPr txBox="1"/>
          <p:nvPr/>
        </p:nvSpPr>
        <p:spPr>
          <a:xfrm>
            <a:off x="834812" y="6394893"/>
            <a:ext cx="6096016" cy="307697"/>
          </a:xfrm>
          <a:prstGeom prst="rect">
            <a:avLst/>
          </a:prstGeom>
          <a:noFill/>
        </p:spPr>
        <p:txBody>
          <a:bodyPr wrap="square">
            <a:spAutoFit/>
          </a:bodyPr>
          <a:lstStyle/>
          <a:p>
            <a:pPr defTabSz="914126"/>
            <a:fld id="{008E1BDA-5E07-414A-8101-29DABEB15B19}" type="slidenum">
              <a:rPr lang="en-SA" sz="1400" b="1">
                <a:solidFill>
                  <a:srgbClr val="4C3C8D"/>
                </a:solidFill>
                <a:latin typeface="Sakkal Majalla"/>
                <a:cs typeface="Sakkal Majalla"/>
              </a:rPr>
              <a:pPr defTabSz="914126"/>
              <a:t>11</a:t>
            </a:fld>
            <a:endParaRPr lang="en-US" sz="1400" b="1" dirty="0">
              <a:solidFill>
                <a:srgbClr val="4C3C8D"/>
              </a:solidFill>
              <a:latin typeface="Sakkal Majalla"/>
              <a:cs typeface="Sakkal Majalla"/>
            </a:endParaRPr>
          </a:p>
        </p:txBody>
      </p:sp>
      <p:sp>
        <p:nvSpPr>
          <p:cNvPr id="2" name="Title 1">
            <a:extLst>
              <a:ext uri="{FF2B5EF4-FFF2-40B4-BE49-F238E27FC236}">
                <a16:creationId xmlns:a16="http://schemas.microsoft.com/office/drawing/2014/main" id="{F397255C-7815-7ED3-6C72-ED6F49CCFCF7}"/>
              </a:ext>
            </a:extLst>
          </p:cNvPr>
          <p:cNvSpPr txBox="1">
            <a:spLocks/>
          </p:cNvSpPr>
          <p:nvPr/>
        </p:nvSpPr>
        <p:spPr>
          <a:xfrm>
            <a:off x="2670941" y="280000"/>
            <a:ext cx="8681491" cy="820000"/>
          </a:xfrm>
          <a:prstGeom prst="rect">
            <a:avLst/>
          </a:prstGeom>
        </p:spPr>
        <p:txBody>
          <a:bodyPr vert="horz" lIns="91416" tIns="45708" rIns="0" bIns="45708" rtlCol="0" anchor="ctr" anchorCtr="0">
            <a:normAutofit/>
          </a:bodyPr>
          <a:lstStyle>
            <a:lvl1pPr algn="r" defTabSz="914400" rtl="1" eaLnBrk="1" latinLnBrk="0" hangingPunct="1">
              <a:lnSpc>
                <a:spcPct val="100000"/>
              </a:lnSpc>
              <a:spcBef>
                <a:spcPct val="0"/>
              </a:spcBef>
              <a:buNone/>
              <a:defRPr sz="1500" b="1" kern="1200">
                <a:solidFill>
                  <a:schemeClr val="accent1"/>
                </a:solidFill>
                <a:latin typeface="+mj-lt"/>
                <a:ea typeface="+mj-ea"/>
                <a:cs typeface="+mj-cs"/>
              </a:defRPr>
            </a:lvl1pPr>
          </a:lstStyle>
          <a:p>
            <a:pPr defTabSz="914126"/>
            <a:r>
              <a:rPr lang="en-US" sz="1500" dirty="0">
                <a:solidFill>
                  <a:srgbClr val="4C3C8D"/>
                </a:solidFill>
                <a:latin typeface="Sakkal Majalla"/>
                <a:cs typeface="Sakkal Majalla"/>
              </a:rPr>
              <a:t> </a:t>
            </a:r>
            <a:r>
              <a:rPr lang="ar-SA" sz="1500" dirty="0">
                <a:solidFill>
                  <a:srgbClr val="4C3C8D"/>
                </a:solidFill>
                <a:latin typeface="Sakkal Majalla"/>
                <a:cs typeface="Sakkal Majalla"/>
              </a:rPr>
              <a:t>بطاقة </a:t>
            </a:r>
            <a:r>
              <a:rPr lang="ar-EG" sz="1500" dirty="0">
                <a:solidFill>
                  <a:srgbClr val="4C3C8D"/>
                </a:solidFill>
                <a:latin typeface="Sakkal Majalla"/>
                <a:cs typeface="Sakkal Majalla"/>
              </a:rPr>
              <a:t>السياسة</a:t>
            </a:r>
            <a:r>
              <a:rPr lang="ar-SA" sz="1500" dirty="0">
                <a:solidFill>
                  <a:srgbClr val="4C3C8D"/>
                </a:solidFill>
                <a:latin typeface="Sakkal Majalla"/>
                <a:cs typeface="Sakkal Majalla"/>
              </a:rPr>
              <a:t> </a:t>
            </a:r>
            <a:r>
              <a:rPr lang="ar-EG" sz="1500" dirty="0">
                <a:solidFill>
                  <a:srgbClr val="4C3C8D"/>
                </a:solidFill>
                <a:latin typeface="Sakkal Majalla"/>
                <a:cs typeface="Sakkal Majalla"/>
              </a:rPr>
              <a:t>"</a:t>
            </a:r>
            <a:r>
              <a:rPr lang="en-US" sz="1500" dirty="0">
                <a:solidFill>
                  <a:srgbClr val="4C3C8D"/>
                </a:solidFill>
                <a:latin typeface="Sakkal Majalla"/>
                <a:cs typeface="Sakkal Majalla"/>
              </a:rPr>
              <a:t>EA-POLC-01</a:t>
            </a:r>
            <a:r>
              <a:rPr lang="ar-EG" sz="1500" dirty="0">
                <a:solidFill>
                  <a:srgbClr val="4C3C8D"/>
                </a:solidFill>
                <a:latin typeface="Sakkal Majalla"/>
                <a:cs typeface="Sakkal Majalla"/>
              </a:rPr>
              <a:t>: سياسة تطوير البنية المؤسسية </a:t>
            </a:r>
            <a:r>
              <a:rPr lang="ar-SA" sz="1500" dirty="0">
                <a:solidFill>
                  <a:srgbClr val="4C3C8D"/>
                </a:solidFill>
                <a:latin typeface="Sakkal Majalla"/>
                <a:cs typeface="Sakkal Majalla"/>
              </a:rPr>
              <a:t>"</a:t>
            </a:r>
          </a:p>
        </p:txBody>
      </p:sp>
      <p:graphicFrame>
        <p:nvGraphicFramePr>
          <p:cNvPr id="3" name="Table 2">
            <a:extLst>
              <a:ext uri="{FF2B5EF4-FFF2-40B4-BE49-F238E27FC236}">
                <a16:creationId xmlns:a16="http://schemas.microsoft.com/office/drawing/2014/main" id="{08165DF9-D020-3F63-B124-58FBF27A5602}"/>
              </a:ext>
            </a:extLst>
          </p:cNvPr>
          <p:cNvGraphicFramePr>
            <a:graphicFrameLocks noGrp="1"/>
          </p:cNvGraphicFramePr>
          <p:nvPr>
            <p:extLst>
              <p:ext uri="{D42A27DB-BD31-4B8C-83A1-F6EECF244321}">
                <p14:modId xmlns:p14="http://schemas.microsoft.com/office/powerpoint/2010/main" val="4012918037"/>
              </p:ext>
            </p:extLst>
          </p:nvPr>
        </p:nvGraphicFramePr>
        <p:xfrm>
          <a:off x="400209" y="1100000"/>
          <a:ext cx="11184770" cy="5532041"/>
        </p:xfrm>
        <a:graphic>
          <a:graphicData uri="http://schemas.openxmlformats.org/drawingml/2006/table">
            <a:tbl>
              <a:tblPr firstRow="1" bandRow="1">
                <a:tableStyleId>{5C22544A-7EE6-4342-B048-85BDC9FD1C3A}</a:tableStyleId>
              </a:tblPr>
              <a:tblGrid>
                <a:gridCol w="9028878">
                  <a:extLst>
                    <a:ext uri="{9D8B030D-6E8A-4147-A177-3AD203B41FA5}">
                      <a16:colId xmlns:a16="http://schemas.microsoft.com/office/drawing/2014/main" val="20000"/>
                    </a:ext>
                  </a:extLst>
                </a:gridCol>
                <a:gridCol w="2155892">
                  <a:extLst>
                    <a:ext uri="{9D8B030D-6E8A-4147-A177-3AD203B41FA5}">
                      <a16:colId xmlns:a16="http://schemas.microsoft.com/office/drawing/2014/main" val="20001"/>
                    </a:ext>
                  </a:extLst>
                </a:gridCol>
              </a:tblGrid>
              <a:tr h="320884">
                <a:tc>
                  <a:txBody>
                    <a:bodyPr/>
                    <a:lstStyle/>
                    <a:p>
                      <a:pPr algn="ctr" rtl="1"/>
                      <a:r>
                        <a:rPr sz="1600" b="1" dirty="0">
                          <a:solidFill>
                            <a:srgbClr val="FFFFFF"/>
                          </a:solidFill>
                          <a:latin typeface="Sakkal Majalla"/>
                          <a:cs typeface="Sakkal Majalla"/>
                        </a:rPr>
                        <a:t>المحتوى</a:t>
                      </a:r>
                    </a:p>
                  </a:txBody>
                  <a:tcPr marL="91416" marR="91416" marT="45708" marB="45708">
                    <a:solidFill>
                      <a:schemeClr val="accent1"/>
                    </a:solidFill>
                  </a:tcPr>
                </a:tc>
                <a:tc>
                  <a:txBody>
                    <a:bodyPr/>
                    <a:lstStyle/>
                    <a:p>
                      <a:pPr algn="ctr" rtl="1"/>
                      <a:r>
                        <a:rPr sz="1600" b="1" dirty="0">
                          <a:solidFill>
                            <a:srgbClr val="FFFFFF"/>
                          </a:solidFill>
                          <a:latin typeface="Sakkal Majalla"/>
                          <a:cs typeface="Sakkal Majalla"/>
                        </a:rPr>
                        <a:t>البند</a:t>
                      </a:r>
                    </a:p>
                  </a:txBody>
                  <a:tcPr marL="91416" marR="91416" marT="45708" marB="45708">
                    <a:solidFill>
                      <a:schemeClr val="accent1"/>
                    </a:solidFill>
                  </a:tcPr>
                </a:tc>
                <a:extLst>
                  <a:ext uri="{0D108BD9-81ED-4DB2-BD59-A6C34878D82A}">
                    <a16:rowId xmlns:a16="http://schemas.microsoft.com/office/drawing/2014/main" val="10000"/>
                  </a:ext>
                </a:extLst>
              </a:tr>
              <a:tr h="262537">
                <a:tc>
                  <a:txBody>
                    <a:bodyPr/>
                    <a:lstStyle/>
                    <a:p>
                      <a:pPr algn="r" rtl="1"/>
                      <a:r>
                        <a:rPr sz="1200" b="0" dirty="0">
                          <a:solidFill>
                            <a:srgbClr val="1C2B4A"/>
                          </a:solidFill>
                          <a:latin typeface="Sakkal Majalla"/>
                          <a:cs typeface="Sakkal Majalla"/>
                        </a:rPr>
                        <a:t>سياسة تطوير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اسم السياسة</a:t>
                      </a:r>
                    </a:p>
                  </a:txBody>
                  <a:tcPr marL="91416" marR="91416" marT="45708" marB="45708">
                    <a:solidFill>
                      <a:schemeClr val="accent1"/>
                    </a:solidFill>
                  </a:tcPr>
                </a:tc>
                <a:extLst>
                  <a:ext uri="{0D108BD9-81ED-4DB2-BD59-A6C34878D82A}">
                    <a16:rowId xmlns:a16="http://schemas.microsoft.com/office/drawing/2014/main" val="10001"/>
                  </a:ext>
                </a:extLst>
              </a:tr>
              <a:tr h="262537">
                <a:tc>
                  <a:txBody>
                    <a:bodyPr/>
                    <a:lstStyle/>
                    <a:p>
                      <a:pPr algn="r" rtl="1"/>
                      <a:r>
                        <a:rPr sz="1200" b="0" dirty="0">
                          <a:solidFill>
                            <a:srgbClr val="1C2B4A"/>
                          </a:solidFill>
                          <a:latin typeface="Sakkal Majalla"/>
                          <a:cs typeface="Sakkal Majalla"/>
                        </a:rPr>
                        <a:t>EA-POLC-01</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رمز السياسة</a:t>
                      </a:r>
                    </a:p>
                  </a:txBody>
                  <a:tcPr marL="91416" marR="91416" marT="45708" marB="45708">
                    <a:solidFill>
                      <a:schemeClr val="accent1"/>
                    </a:solidFill>
                  </a:tcPr>
                </a:tc>
                <a:extLst>
                  <a:ext uri="{0D108BD9-81ED-4DB2-BD59-A6C34878D82A}">
                    <a16:rowId xmlns:a16="http://schemas.microsoft.com/office/drawing/2014/main" val="10002"/>
                  </a:ext>
                </a:extLst>
              </a:tr>
              <a:tr h="262537">
                <a:tc>
                  <a:txBody>
                    <a:bodyPr/>
                    <a:lstStyle/>
                    <a:p>
                      <a:pPr algn="r" rtl="1"/>
                      <a:r>
                        <a:rPr sz="1200" b="0" dirty="0">
                          <a:solidFill>
                            <a:srgbClr val="1C2B4A"/>
                          </a:solidFill>
                          <a:latin typeface="Sakkal Majalla"/>
                          <a:cs typeface="Sakkal Majalla"/>
                        </a:rPr>
                        <a:t>تحدد هذه السياسة المبادئ والمتطلبات الحاكمة لتطوير وتحديث مكونات البنية المؤسسية بصورة منهجية عبر طبقاتها الست</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وصف السياسة</a:t>
                      </a:r>
                    </a:p>
                  </a:txBody>
                  <a:tcPr marL="91416" marR="91416" marT="45708" marB="45708">
                    <a:solidFill>
                      <a:schemeClr val="accent1"/>
                    </a:solidFill>
                  </a:tcPr>
                </a:tc>
                <a:extLst>
                  <a:ext uri="{0D108BD9-81ED-4DB2-BD59-A6C34878D82A}">
                    <a16:rowId xmlns:a16="http://schemas.microsoft.com/office/drawing/2014/main" val="10003"/>
                  </a:ext>
                </a:extLst>
              </a:tr>
              <a:tr h="262537">
                <a:tc>
                  <a:txBody>
                    <a:bodyPr/>
                    <a:lstStyle/>
                    <a:p>
                      <a:pPr algn="r" rtl="1"/>
                      <a:r>
                        <a:rPr sz="1200" b="0" dirty="0">
                          <a:solidFill>
                            <a:srgbClr val="1C2B4A"/>
                          </a:solidFill>
                          <a:latin typeface="Sakkal Majalla"/>
                          <a:cs typeface="Sakkal Majalla"/>
                        </a:rPr>
                        <a:t>تنظيم وتوجيه تطوير مكونات البنية المؤسسية وتحديثها بصورة منهجية لضمان الاتساق والمواءمة مع التوجهات الاستراتيجية ومتطلبات الأعمال والتحول الرقمي</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الهدف / الغرض</a:t>
                      </a:r>
                    </a:p>
                  </a:txBody>
                  <a:tcPr marL="91416" marR="91416" marT="45708" marB="45708">
                    <a:solidFill>
                      <a:schemeClr val="accent1"/>
                    </a:solidFill>
                  </a:tcPr>
                </a:tc>
                <a:extLst>
                  <a:ext uri="{0D108BD9-81ED-4DB2-BD59-A6C34878D82A}">
                    <a16:rowId xmlns:a16="http://schemas.microsoft.com/office/drawing/2014/main" val="10004"/>
                  </a:ext>
                </a:extLst>
              </a:tr>
              <a:tr h="262537">
                <a:tc>
                  <a:txBody>
                    <a:bodyPr/>
                    <a:lstStyle/>
                    <a:p>
                      <a:pPr algn="r" rtl="1"/>
                      <a:r>
                        <a:rPr sz="1200" b="0" dirty="0">
                          <a:solidFill>
                            <a:srgbClr val="1C2B4A"/>
                          </a:solidFill>
                          <a:latin typeface="Sakkal Majalla"/>
                          <a:cs typeface="Sakkal Majalla"/>
                        </a:rPr>
                        <a:t>جميع مكونات البنية المؤسسية داخل الهيئة عبر طبقاتها: الأعمال، البيانات، التطبيقات، التقنية، الأمن السيبراني، وتجربة المستفيد</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نطاق التطبيق</a:t>
                      </a:r>
                    </a:p>
                  </a:txBody>
                  <a:tcPr marL="91416" marR="91416" marT="45708" marB="45708">
                    <a:solidFill>
                      <a:schemeClr val="accent1"/>
                    </a:solidFill>
                  </a:tcPr>
                </a:tc>
                <a:extLst>
                  <a:ext uri="{0D108BD9-81ED-4DB2-BD59-A6C34878D82A}">
                    <a16:rowId xmlns:a16="http://schemas.microsoft.com/office/drawing/2014/main" val="10005"/>
                  </a:ext>
                </a:extLst>
              </a:tr>
              <a:tr h="262537">
                <a:tc>
                  <a:txBody>
                    <a:bodyPr/>
                    <a:lstStyle/>
                    <a:p>
                      <a:pPr algn="r" rtl="1"/>
                      <a:r>
                        <a:rPr sz="1200" b="0" dirty="0">
                          <a:solidFill>
                            <a:srgbClr val="1C2B4A"/>
                          </a:solidFill>
                          <a:latin typeface="Sakkal Majalla"/>
                          <a:cs typeface="Sakkal Majalla"/>
                        </a:rPr>
                        <a:t>فريق مكتب البنية المؤسسية، الإدارات المالكة للأعمال، فرق تقنية المعلومات، إدارة البيانات، الأمن السيبراني</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المستهدفون</a:t>
                      </a:r>
                    </a:p>
                  </a:txBody>
                  <a:tcPr marL="91416" marR="91416" marT="45708" marB="45708">
                    <a:solidFill>
                      <a:schemeClr val="accent1"/>
                    </a:solidFill>
                  </a:tcPr>
                </a:tc>
                <a:extLst>
                  <a:ext uri="{0D108BD9-81ED-4DB2-BD59-A6C34878D82A}">
                    <a16:rowId xmlns:a16="http://schemas.microsoft.com/office/drawing/2014/main" val="10006"/>
                  </a:ext>
                </a:extLst>
              </a:tr>
              <a:tr h="890080">
                <a:tc>
                  <a:txBody>
                    <a:bodyPr/>
                    <a:lstStyle/>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أن يكون تطوير أي مكون في البنية المؤسسية مستنداً إلى </a:t>
                      </a:r>
                      <a:r>
                        <a:rPr lang="ar-EG" sz="1200" b="0" dirty="0">
                          <a:solidFill>
                            <a:srgbClr val="1C2B4A"/>
                          </a:solidFill>
                          <a:latin typeface="Sakkal Majalla"/>
                          <a:cs typeface="Sakkal Majalla"/>
                        </a:rPr>
                        <a:t>خطة</a:t>
                      </a:r>
                      <a:r>
                        <a:rPr sz="1200" b="0" dirty="0">
                          <a:solidFill>
                            <a:srgbClr val="1C2B4A"/>
                          </a:solidFill>
                          <a:latin typeface="Sakkal Majalla"/>
                          <a:cs typeface="Sakkal Majalla"/>
                        </a:rPr>
                        <a:t> معتمدة وخارطة طريق موثقة تعتمدها الجهة المختصة قبل الشروع في التنفيذ.</a:t>
                      </a: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توثيق جميع مكونات البنية المؤسسية ومخرجاتها في المستودع المعتمد وإدارة إصداراتها وفق آلية محددة.</a:t>
                      </a:r>
                    </a:p>
                    <a:p>
                      <a:pPr algn="r" rtl="1">
                        <a:lnSpc>
                          <a:spcPts val="1300"/>
                        </a:lnSpc>
                      </a:pPr>
                      <a:r>
                        <a:rPr sz="1200" b="1" dirty="0">
                          <a:solidFill>
                            <a:srgbClr val="2C1F6B"/>
                          </a:solidFill>
                          <a:latin typeface="Sakkal Majalla"/>
                          <a:cs typeface="Sakkal Majalla"/>
                        </a:rPr>
                        <a:t>لا يجوز </a:t>
                      </a:r>
                      <a:r>
                        <a:rPr sz="1200" b="0" dirty="0">
                          <a:solidFill>
                            <a:srgbClr val="1C2B4A"/>
                          </a:solidFill>
                          <a:latin typeface="Sakkal Majalla"/>
                          <a:cs typeface="Sakkal Majalla"/>
                        </a:rPr>
                        <a:t>اعتماد أي مكون أو مخرج معماري أو نشره دون المرور بعملية المراجعة المعمارية والحصول على الاعتماد الرسمي.</a:t>
                      </a:r>
                    </a:p>
                    <a:p>
                      <a:pPr algn="r" rtl="1">
                        <a:lnSpc>
                          <a:spcPts val="1300"/>
                        </a:lnSpc>
                      </a:pPr>
                      <a:r>
                        <a:rPr sz="1200" b="1" dirty="0">
                          <a:solidFill>
                            <a:srgbClr val="2C1F6B"/>
                          </a:solidFill>
                          <a:latin typeface="Sakkal Majalla"/>
                          <a:cs typeface="Sakkal Majalla"/>
                        </a:rPr>
                        <a:t>ينبغي </a:t>
                      </a:r>
                      <a:r>
                        <a:rPr sz="1200" b="0" dirty="0">
                          <a:solidFill>
                            <a:srgbClr val="1C2B4A"/>
                          </a:solidFill>
                          <a:latin typeface="Sakkal Majalla"/>
                          <a:cs typeface="Sakkal Majalla"/>
                        </a:rPr>
                        <a:t>أن تراعي جميع مكونات البنية المواءمة مع الأطر المرجعية المعتمدة والأهداف الاستراتيجية للهيئة.</a:t>
                      </a: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قياس مستوى نضج البنية المؤسسية بصفة دورية وإعداد خطط تحسين مبنية على نتائج التقييم ورفعها للجهات المشرفة.</a:t>
                      </a:r>
                    </a:p>
                  </a:txBody>
                  <a:tcPr marL="91416" marR="91416" marT="50000" marB="50000">
                    <a:solidFill>
                      <a:srgbClr val="EDE9F8"/>
                    </a:solidFill>
                  </a:tcPr>
                </a:tc>
                <a:tc>
                  <a:txBody>
                    <a:bodyPr/>
                    <a:lstStyle/>
                    <a:p>
                      <a:pPr algn="ctr" rtl="1"/>
                      <a:r>
                        <a:rPr lang="ar-EG" sz="1200" b="1" dirty="0">
                          <a:solidFill>
                            <a:srgbClr val="FFFFFF"/>
                          </a:solidFill>
                          <a:latin typeface="Sakkal Majalla"/>
                          <a:cs typeface="Sakkal Majalla"/>
                        </a:rPr>
                        <a:t>نص السياسة</a:t>
                      </a:r>
                      <a:endParaRPr sz="1200" b="1" dirty="0">
                        <a:solidFill>
                          <a:srgbClr val="FFFFFF"/>
                        </a:solidFill>
                        <a:latin typeface="Sakkal Majalla"/>
                        <a:cs typeface="Sakkal Majalla"/>
                      </a:endParaRPr>
                    </a:p>
                  </a:txBody>
                  <a:tcPr marL="91416" marR="91416" marT="45708" marB="45708">
                    <a:solidFill>
                      <a:srgbClr val="2C1F6B"/>
                    </a:solidFill>
                  </a:tcPr>
                </a:tc>
                <a:extLst>
                  <a:ext uri="{0D108BD9-81ED-4DB2-BD59-A6C34878D82A}">
                    <a16:rowId xmlns:a16="http://schemas.microsoft.com/office/drawing/2014/main" val="10007"/>
                  </a:ext>
                </a:extLst>
              </a:tr>
              <a:tr h="262537">
                <a:tc>
                  <a:txBody>
                    <a:bodyPr/>
                    <a:lstStyle/>
                    <a:p>
                      <a:pPr algn="r" rtl="1"/>
                      <a:r>
                        <a:rPr sz="1200" b="0" dirty="0">
                          <a:solidFill>
                            <a:srgbClr val="1C2B4A"/>
                          </a:solidFill>
                          <a:latin typeface="Sakkal Majalla"/>
                          <a:cs typeface="Sakkal Majalla"/>
                        </a:rPr>
                        <a:t>نسبة اكتمال المخرجات ضمن النطاق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المخرجات المعتمدة رسمياً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الإصدارات الموثقة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تحديث المستودع في الوقت المحدد</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معايير القياس والامتثال</a:t>
                      </a:r>
                    </a:p>
                  </a:txBody>
                  <a:tcPr marL="91416" marR="91416" marT="45708" marB="45708">
                    <a:solidFill>
                      <a:schemeClr val="accent1"/>
                    </a:solidFill>
                  </a:tcPr>
                </a:tc>
                <a:extLst>
                  <a:ext uri="{0D108BD9-81ED-4DB2-BD59-A6C34878D82A}">
                    <a16:rowId xmlns:a16="http://schemas.microsoft.com/office/drawing/2014/main" val="10008"/>
                  </a:ext>
                </a:extLst>
              </a:tr>
              <a:tr h="262537">
                <a:tc>
                  <a:txBody>
                    <a:bodyPr/>
                    <a:lstStyle/>
                    <a:p>
                      <a:pPr algn="r" rtl="0"/>
                      <a:r>
                        <a:rPr sz="1200" b="0" dirty="0">
                          <a:solidFill>
                            <a:srgbClr val="1C2B4A"/>
                          </a:solidFill>
                          <a:latin typeface="Sakkal Majalla"/>
                          <a:cs typeface="Sakkal Majalla"/>
                        </a:rPr>
                        <a:t>EA-POLC-02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حوكمة</a:t>
                      </a:r>
                      <a:r>
                        <a:rPr sz="1200" b="0" dirty="0">
                          <a:solidFill>
                            <a:srgbClr val="1C2B4A"/>
                          </a:solidFill>
                          <a:latin typeface="Sakkal Majalla"/>
                          <a:cs typeface="Sakkal Majalla"/>
                        </a:rPr>
                        <a:t> البنية المؤسسية | EA-POLC-03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إدارة</a:t>
                      </a:r>
                      <a:r>
                        <a:rPr sz="1200" b="0" dirty="0">
                          <a:solidFill>
                            <a:srgbClr val="1C2B4A"/>
                          </a:solidFill>
                          <a:latin typeface="Sakkal Majalla"/>
                          <a:cs typeface="Sakkal Majalla"/>
                        </a:rPr>
                        <a:t> </a:t>
                      </a:r>
                      <a:r>
                        <a:rPr sz="1200" b="0" dirty="0" err="1">
                          <a:solidFill>
                            <a:srgbClr val="1C2B4A"/>
                          </a:solidFill>
                          <a:latin typeface="Sakkal Majalla"/>
                          <a:cs typeface="Sakkal Majalla"/>
                        </a:rPr>
                        <a:t>التغيير</a:t>
                      </a:r>
                      <a:r>
                        <a:rPr sz="1200" b="0" dirty="0">
                          <a:solidFill>
                            <a:srgbClr val="1C2B4A"/>
                          </a:solidFill>
                          <a:latin typeface="Sakkal Majalla"/>
                          <a:cs typeface="Sakkal Majalla"/>
                        </a:rPr>
                        <a:t> | EA-POLC-10 إدارة البيانات والمعلومات</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السياسات المرتبطة بها</a:t>
                      </a:r>
                    </a:p>
                  </a:txBody>
                  <a:tcPr marL="91416" marR="91416" marT="45708" marB="45708">
                    <a:solidFill>
                      <a:schemeClr val="accent1"/>
                    </a:solidFill>
                  </a:tcPr>
                </a:tc>
                <a:extLst>
                  <a:ext uri="{0D108BD9-81ED-4DB2-BD59-A6C34878D82A}">
                    <a16:rowId xmlns:a16="http://schemas.microsoft.com/office/drawing/2014/main" val="10009"/>
                  </a:ext>
                </a:extLst>
              </a:tr>
              <a:tr h="262537">
                <a:tc>
                  <a:txBody>
                    <a:bodyPr/>
                    <a:lstStyle/>
                    <a:p>
                      <a:pPr algn="r" rtl="1"/>
                      <a:r>
                        <a:rPr sz="1200" b="0" dirty="0">
                          <a:solidFill>
                            <a:srgbClr val="1C2B4A"/>
                          </a:solidFill>
                          <a:latin typeface="Sakkal Majalla"/>
                          <a:cs typeface="Sakkal Majalla"/>
                        </a:rPr>
                        <a:t>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المالك</a:t>
                      </a:r>
                    </a:p>
                  </a:txBody>
                  <a:tcPr marL="91416" marR="91416" marT="45708" marB="45708">
                    <a:solidFill>
                      <a:schemeClr val="accent1"/>
                    </a:solidFill>
                  </a:tcPr>
                </a:tc>
                <a:extLst>
                  <a:ext uri="{0D108BD9-81ED-4DB2-BD59-A6C34878D82A}">
                    <a16:rowId xmlns:a16="http://schemas.microsoft.com/office/drawing/2014/main" val="10010"/>
                  </a:ext>
                </a:extLst>
              </a:tr>
              <a:tr h="262537">
                <a:tc>
                  <a:txBody>
                    <a:bodyPr/>
                    <a:lstStyle/>
                    <a:p>
                      <a:pPr algn="r" rtl="1"/>
                      <a:r>
                        <a:rPr sz="1200" b="0" dirty="0">
                          <a:solidFill>
                            <a:srgbClr val="1C2B4A"/>
                          </a:solidFill>
                          <a:latin typeface="Sakkal Majalla"/>
                          <a:cs typeface="Sakkal Majalla"/>
                        </a:rPr>
                        <a:t>وفق اعتماد حوكمة البنية تليها آلية </a:t>
                      </a:r>
                      <a:r>
                        <a:rPr sz="1200" b="0" dirty="0" err="1">
                          <a:solidFill>
                            <a:srgbClr val="1C2B4A"/>
                          </a:solidFill>
                          <a:latin typeface="Sakkal Majalla"/>
                          <a:cs typeface="Sakkal Majalla"/>
                        </a:rPr>
                        <a:t>اعتماد</a:t>
                      </a:r>
                      <a:r>
                        <a:rPr sz="1200" b="0" dirty="0">
                          <a:solidFill>
                            <a:srgbClr val="1C2B4A"/>
                          </a:solidFill>
                          <a:latin typeface="Sakkal Majalla"/>
                          <a:cs typeface="Sakkal Majalla"/>
                        </a:rPr>
                        <a:t> </a:t>
                      </a:r>
                      <a:r>
                        <a:rPr lang="ar-EG" sz="1200" b="0" dirty="0">
                          <a:solidFill>
                            <a:srgbClr val="1C2B4A"/>
                          </a:solidFill>
                          <a:latin typeface="Sakkal Majalla"/>
                          <a:cs typeface="Sakkal Majalla"/>
                        </a:rPr>
                        <a:t>الجهة المعتمدة للسياسات وهي إدارة التميز المؤسسي </a:t>
                      </a:r>
                      <a:r>
                        <a:rPr sz="1200" b="0" dirty="0">
                          <a:solidFill>
                            <a:srgbClr val="1C2B4A"/>
                          </a:solidFill>
                          <a:latin typeface="Sakkal Majalla"/>
                          <a:cs typeface="Sakkal Majalla"/>
                        </a:rPr>
                        <a:t> في الهيئة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الجهة المعتمدة</a:t>
                      </a:r>
                    </a:p>
                  </a:txBody>
                  <a:tcPr marL="91416" marR="91416" marT="45708" marB="45708">
                    <a:solidFill>
                      <a:schemeClr val="accent1"/>
                    </a:solidFill>
                  </a:tcPr>
                </a:tc>
                <a:extLst>
                  <a:ext uri="{0D108BD9-81ED-4DB2-BD59-A6C34878D82A}">
                    <a16:rowId xmlns:a16="http://schemas.microsoft.com/office/drawing/2014/main" val="10011"/>
                  </a:ext>
                </a:extLst>
              </a:tr>
              <a:tr h="262537">
                <a:tc>
                  <a:txBody>
                    <a:bodyPr/>
                    <a:lstStyle/>
                    <a:p>
                      <a:pPr algn="r" rtl="1"/>
                      <a:r>
                        <a:rPr sz="1200" b="0" dirty="0">
                          <a:solidFill>
                            <a:srgbClr val="1C2B4A"/>
                          </a:solidFill>
                          <a:latin typeface="Sakkal Majalla"/>
                          <a:cs typeface="Sakkal Majalla"/>
                        </a:rPr>
                        <a:t>إطار التحول الرقمي الوطني | TOGAF 10 | الإطار الوطني للبنية المؤسسية </a:t>
                      </a:r>
                      <a:r>
                        <a:rPr lang="ar-EG" sz="1200" b="0" dirty="0">
                          <a:solidFill>
                            <a:srgbClr val="1C2B4A"/>
                          </a:solidFill>
                          <a:latin typeface="Sakkal Majalla"/>
                          <a:cs typeface="Sakkal Majalla"/>
                        </a:rPr>
                        <a:t>| </a:t>
                      </a:r>
                      <a:r>
                        <a:rPr sz="1200" b="0" dirty="0" err="1">
                          <a:solidFill>
                            <a:srgbClr val="1C2B4A"/>
                          </a:solidFill>
                          <a:latin typeface="Sakkal Majalla"/>
                          <a:cs typeface="Sakkal Majalla"/>
                        </a:rPr>
                        <a:t>اللوائح</a:t>
                      </a:r>
                      <a:r>
                        <a:rPr sz="1200" b="0" dirty="0">
                          <a:solidFill>
                            <a:srgbClr val="1C2B4A"/>
                          </a:solidFill>
                          <a:latin typeface="Sakkal Majalla"/>
                          <a:cs typeface="Sakkal Majalla"/>
                        </a:rPr>
                        <a:t> التنظيمية للهيئة</a:t>
                      </a:r>
                    </a:p>
                  </a:txBody>
                  <a:tcPr marL="91416" marR="91416" marT="45708" marB="45708">
                    <a:solidFill>
                      <a:srgbClr val="FFFFFF"/>
                    </a:solidFill>
                  </a:tcPr>
                </a:tc>
                <a:tc>
                  <a:txBody>
                    <a:bodyPr/>
                    <a:lstStyle/>
                    <a:p>
                      <a:pPr algn="ctr" rtl="1"/>
                      <a:r>
                        <a:rPr lang="ar-EG" sz="1200" b="1" dirty="0">
                          <a:solidFill>
                            <a:srgbClr val="FFFFFF"/>
                          </a:solidFill>
                          <a:latin typeface="Sakkal Majalla"/>
                          <a:cs typeface="Sakkal Majalla"/>
                        </a:rPr>
                        <a:t>المرجعية</a:t>
                      </a:r>
                      <a:endParaRPr sz="1200" b="1" dirty="0">
                        <a:solidFill>
                          <a:srgbClr val="FFFFFF"/>
                        </a:solidFill>
                        <a:latin typeface="Sakkal Majalla"/>
                        <a:cs typeface="Sakkal Majalla"/>
                      </a:endParaRPr>
                    </a:p>
                  </a:txBody>
                  <a:tcPr marL="91416" marR="91416" marT="45708" marB="45708">
                    <a:solidFill>
                      <a:schemeClr val="accent1"/>
                    </a:solidFill>
                  </a:tcPr>
                </a:tc>
                <a:extLst>
                  <a:ext uri="{0D108BD9-81ED-4DB2-BD59-A6C34878D82A}">
                    <a16:rowId xmlns:a16="http://schemas.microsoft.com/office/drawing/2014/main" val="10012"/>
                  </a:ext>
                </a:extLst>
              </a:tr>
              <a:tr h="262537">
                <a:tc>
                  <a:txBody>
                    <a:bodyPr/>
                    <a:lstStyle/>
                    <a:p>
                      <a:pPr algn="r" rtl="1"/>
                      <a:r>
                        <a:rPr sz="1200" b="0" dirty="0">
                          <a:solidFill>
                            <a:srgbClr val="1C2B4A"/>
                          </a:solidFill>
                          <a:latin typeface="Sakkal Majalla"/>
                          <a:cs typeface="Sakkal Majalla"/>
                        </a:rPr>
                        <a:t>تتم عبر خدمة إدارة طلبات الاستثناء والإعفاء وبقرار موثق من الجهة المختصة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الاستثناءات / الإعفاء</a:t>
                      </a:r>
                    </a:p>
                  </a:txBody>
                  <a:tcPr marL="91416" marR="91416" marT="45708" marB="45708">
                    <a:solidFill>
                      <a:schemeClr val="accent1"/>
                    </a:solidFill>
                  </a:tcPr>
                </a:tc>
                <a:extLst>
                  <a:ext uri="{0D108BD9-81ED-4DB2-BD59-A6C34878D82A}">
                    <a16:rowId xmlns:a16="http://schemas.microsoft.com/office/drawing/2014/main" val="10013"/>
                  </a:ext>
                </a:extLst>
              </a:tr>
              <a:tr h="262537">
                <a:tc>
                  <a:txBody>
                    <a:bodyPr/>
                    <a:lstStyle/>
                    <a:p>
                      <a:pPr algn="r" rtl="1"/>
                      <a:r>
                        <a:rPr sz="1200" b="0" dirty="0">
                          <a:solidFill>
                            <a:srgbClr val="1C2B4A"/>
                          </a:solidFill>
                          <a:latin typeface="Sakkal Majalla"/>
                          <a:cs typeface="Sakkal Majalla"/>
                        </a:rPr>
                        <a:t>تُحال المخالفة إلى لجنة حوكمة البنية | يُوثَّق التجاوز في سجل الامتثال | يُصعَّد للقيادة التنفيذية عند التكرار</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تبعات عدم الامتثال</a:t>
                      </a:r>
                    </a:p>
                  </a:txBody>
                  <a:tcPr marL="91416" marR="91416" marT="45708" marB="45708">
                    <a:solidFill>
                      <a:schemeClr val="accent1"/>
                    </a:solidFill>
                  </a:tcPr>
                </a:tc>
                <a:extLst>
                  <a:ext uri="{0D108BD9-81ED-4DB2-BD59-A6C34878D82A}">
                    <a16:rowId xmlns:a16="http://schemas.microsoft.com/office/drawing/2014/main" val="10014"/>
                  </a:ext>
                </a:extLst>
              </a:tr>
              <a:tr h="262537">
                <a:tc>
                  <a:txBody>
                    <a:bodyPr/>
                    <a:lstStyle/>
                    <a:p>
                      <a:pPr algn="r" rtl="1"/>
                      <a:r>
                        <a:rPr sz="1200" b="0" dirty="0">
                          <a:solidFill>
                            <a:srgbClr val="1C2B4A"/>
                          </a:solidFill>
                          <a:latin typeface="Sakkal Majalla"/>
                          <a:cs typeface="Sakkal Majalla"/>
                        </a:rPr>
                        <a:t>الدورية: سنوية أو عند تغييرات استراتيجية/تنظيمية جوهرية | المسؤول: مدير 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آلية المراجعة والتحديث</a:t>
                      </a:r>
                    </a:p>
                  </a:txBody>
                  <a:tcPr marL="91416" marR="91416" marT="45708" marB="45708">
                    <a:solidFill>
                      <a:schemeClr val="accent1"/>
                    </a:solidFill>
                  </a:tcPr>
                </a:tc>
                <a:extLst>
                  <a:ext uri="{0D108BD9-81ED-4DB2-BD59-A6C34878D82A}">
                    <a16:rowId xmlns:a16="http://schemas.microsoft.com/office/drawing/2014/main" val="10015"/>
                  </a:ext>
                </a:extLst>
              </a:tr>
              <a:tr h="408404">
                <a:tc>
                  <a:txBody>
                    <a:bodyPr/>
                    <a:lstStyle/>
                    <a:p>
                      <a:pPr algn="r" rtl="1"/>
                      <a:r>
                        <a:rPr sz="1100" b="0" dirty="0">
                          <a:solidFill>
                            <a:srgbClr val="1C2B4A"/>
                          </a:solidFill>
                          <a:latin typeface="Sakkal Majalla"/>
                          <a:cs typeface="Sakkal Majalla"/>
                        </a:rPr>
                        <a:t>تطوير استراتيجية البنية المؤسسية | تحليل الوضع الحالي وبنة البنية المؤسسية | توثيق الوضع الحالي للبنية المؤسسية | تصميم الوضع المستقبلي للبنية المؤسسية | تطوير وتحديث النماذج المرجعية | إنشاء اطار عمل البنية المؤسسية | قياس مستوى نضج ممارسة البنية المؤسسية | تحديد الفجوات للبنية المؤسسية | تطوير خارطة طريق التحول الرقمي</a:t>
                      </a:r>
                    </a:p>
                  </a:txBody>
                  <a:tcPr marL="91416" marR="91416" marT="45708" marB="45708">
                    <a:solidFill>
                      <a:srgbClr val="EEF2FF"/>
                    </a:solidFill>
                  </a:tcPr>
                </a:tc>
                <a:tc>
                  <a:txBody>
                    <a:bodyPr/>
                    <a:lstStyle/>
                    <a:p>
                      <a:pPr algn="ctr" rtl="1"/>
                      <a:r>
                        <a:rPr sz="1200" b="1" dirty="0">
                          <a:solidFill>
                            <a:srgbClr val="FFFFFF"/>
                          </a:solidFill>
                          <a:latin typeface="Sakkal Majalla"/>
                          <a:cs typeface="Sakkal Majalla"/>
                        </a:rPr>
                        <a:t>الإجراءات المرتبطة</a:t>
                      </a:r>
                    </a:p>
                  </a:txBody>
                  <a:tcPr marL="91416" marR="91416" marT="45708" marB="45708">
                    <a:solidFill>
                      <a:srgbClr val="1E40AF"/>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1813140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24851-10F2-6CDF-F7F7-196DFD37B73C}"/>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92F1790B-F330-F3D9-FA28-2BB75235D387}"/>
              </a:ext>
            </a:extLst>
          </p:cNvPr>
          <p:cNvSpPr txBox="1"/>
          <p:nvPr/>
        </p:nvSpPr>
        <p:spPr>
          <a:xfrm>
            <a:off x="834812" y="6394893"/>
            <a:ext cx="6096016" cy="307697"/>
          </a:xfrm>
          <a:prstGeom prst="rect">
            <a:avLst/>
          </a:prstGeom>
          <a:noFill/>
        </p:spPr>
        <p:txBody>
          <a:bodyPr wrap="square">
            <a:spAutoFit/>
          </a:bodyPr>
          <a:lstStyle/>
          <a:p>
            <a:pPr defTabSz="914126"/>
            <a:fld id="{008E1BDA-5E07-414A-8101-29DABEB15B19}" type="slidenum">
              <a:rPr lang="en-SA" sz="1400" b="1">
                <a:solidFill>
                  <a:srgbClr val="4C3C8D"/>
                </a:solidFill>
                <a:latin typeface="Sakkal Majalla"/>
                <a:cs typeface="Sakkal Majalla"/>
              </a:rPr>
              <a:pPr defTabSz="914126"/>
              <a:t>12</a:t>
            </a:fld>
            <a:endParaRPr lang="en-US" sz="1400" b="1" dirty="0">
              <a:solidFill>
                <a:srgbClr val="4C3C8D"/>
              </a:solidFill>
              <a:latin typeface="Sakkal Majalla"/>
              <a:cs typeface="Sakkal Majalla"/>
            </a:endParaRPr>
          </a:p>
        </p:txBody>
      </p:sp>
      <p:sp>
        <p:nvSpPr>
          <p:cNvPr id="2" name="Title 1">
            <a:extLst>
              <a:ext uri="{FF2B5EF4-FFF2-40B4-BE49-F238E27FC236}">
                <a16:creationId xmlns:a16="http://schemas.microsoft.com/office/drawing/2014/main" id="{89BE4D74-6C8C-5218-7069-5E8B875F69C3}"/>
              </a:ext>
            </a:extLst>
          </p:cNvPr>
          <p:cNvSpPr txBox="1">
            <a:spLocks/>
          </p:cNvSpPr>
          <p:nvPr/>
        </p:nvSpPr>
        <p:spPr>
          <a:xfrm>
            <a:off x="2670941" y="280000"/>
            <a:ext cx="8681491" cy="820000"/>
          </a:xfrm>
          <a:prstGeom prst="rect">
            <a:avLst/>
          </a:prstGeom>
        </p:spPr>
        <p:txBody>
          <a:bodyPr vert="horz" lIns="91416" tIns="45708" rIns="0" bIns="45708" rtlCol="0" anchor="ctr" anchorCtr="0">
            <a:normAutofit/>
          </a:bodyPr>
          <a:lstStyle>
            <a:lvl1pPr algn="r" defTabSz="914400" rtl="1" eaLnBrk="1" latinLnBrk="0" hangingPunct="1">
              <a:lnSpc>
                <a:spcPct val="100000"/>
              </a:lnSpc>
              <a:spcBef>
                <a:spcPct val="0"/>
              </a:spcBef>
              <a:buNone/>
              <a:defRPr sz="1700" b="1" kern="1200">
                <a:solidFill>
                  <a:schemeClr val="accent1"/>
                </a:solidFill>
                <a:latin typeface="+mj-lt"/>
                <a:ea typeface="+mj-ea"/>
                <a:cs typeface="+mj-cs"/>
              </a:defRPr>
            </a:lvl1pPr>
          </a:lstStyle>
          <a:p>
            <a:pPr defTabSz="914126"/>
            <a:r>
              <a:rPr lang="en-US" sz="1700" dirty="0">
                <a:solidFill>
                  <a:srgbClr val="4C3C8D"/>
                </a:solidFill>
                <a:latin typeface="Sakkal Majalla"/>
                <a:cs typeface="Sakkal Majalla"/>
              </a:rPr>
              <a:t> </a:t>
            </a:r>
            <a:r>
              <a:rPr lang="ar-SA" sz="1700" dirty="0">
                <a:solidFill>
                  <a:srgbClr val="4C3C8D"/>
                </a:solidFill>
                <a:latin typeface="Sakkal Majalla"/>
                <a:cs typeface="Sakkal Majalla"/>
              </a:rPr>
              <a:t>بطاقة </a:t>
            </a:r>
            <a:r>
              <a:rPr lang="ar-EG" sz="1700" dirty="0">
                <a:solidFill>
                  <a:srgbClr val="4C3C8D"/>
                </a:solidFill>
                <a:latin typeface="Sakkal Majalla"/>
                <a:cs typeface="Sakkal Majalla"/>
              </a:rPr>
              <a:t>السياسة</a:t>
            </a:r>
            <a:r>
              <a:rPr lang="ar-SA" sz="1700" dirty="0">
                <a:solidFill>
                  <a:srgbClr val="4C3C8D"/>
                </a:solidFill>
                <a:latin typeface="Sakkal Majalla"/>
                <a:cs typeface="Sakkal Majalla"/>
              </a:rPr>
              <a:t> </a:t>
            </a:r>
            <a:r>
              <a:rPr lang="ar-EG" sz="1700" dirty="0">
                <a:solidFill>
                  <a:srgbClr val="4C3C8D"/>
                </a:solidFill>
                <a:latin typeface="Sakkal Majalla"/>
                <a:cs typeface="Sakkal Majalla"/>
              </a:rPr>
              <a:t>"</a:t>
            </a:r>
            <a:r>
              <a:rPr lang="en-US" sz="1700" dirty="0">
                <a:solidFill>
                  <a:srgbClr val="4C3C8D"/>
                </a:solidFill>
                <a:latin typeface="Sakkal Majalla"/>
                <a:cs typeface="Sakkal Majalla"/>
              </a:rPr>
              <a:t>EA-POLC-02</a:t>
            </a:r>
            <a:r>
              <a:rPr lang="ar-EG" sz="1700" dirty="0">
                <a:solidFill>
                  <a:srgbClr val="4C3C8D"/>
                </a:solidFill>
                <a:latin typeface="Sakkal Majalla"/>
                <a:cs typeface="Sakkal Majalla"/>
              </a:rPr>
              <a:t>: سياسة حوكمة البنية المؤسسية</a:t>
            </a:r>
            <a:r>
              <a:rPr lang="ar-SA" sz="1700" dirty="0">
                <a:solidFill>
                  <a:srgbClr val="4C3C8D"/>
                </a:solidFill>
                <a:latin typeface="Sakkal Majalla"/>
                <a:cs typeface="Sakkal Majalla"/>
              </a:rPr>
              <a:t>"</a:t>
            </a:r>
          </a:p>
        </p:txBody>
      </p:sp>
      <p:graphicFrame>
        <p:nvGraphicFramePr>
          <p:cNvPr id="5" name="Table 4">
            <a:extLst>
              <a:ext uri="{FF2B5EF4-FFF2-40B4-BE49-F238E27FC236}">
                <a16:creationId xmlns:a16="http://schemas.microsoft.com/office/drawing/2014/main" id="{E9B9E656-82B7-BFAA-7906-0339175C374D}"/>
              </a:ext>
            </a:extLst>
          </p:cNvPr>
          <p:cNvGraphicFramePr>
            <a:graphicFrameLocks noGrp="1"/>
          </p:cNvGraphicFramePr>
          <p:nvPr>
            <p:extLst>
              <p:ext uri="{D42A27DB-BD31-4B8C-83A1-F6EECF244321}">
                <p14:modId xmlns:p14="http://schemas.microsoft.com/office/powerpoint/2010/main" val="3249006857"/>
              </p:ext>
            </p:extLst>
          </p:nvPr>
        </p:nvGraphicFramePr>
        <p:xfrm>
          <a:off x="198212" y="979206"/>
          <a:ext cx="11478986" cy="5532041"/>
        </p:xfrm>
        <a:graphic>
          <a:graphicData uri="http://schemas.openxmlformats.org/drawingml/2006/table">
            <a:tbl>
              <a:tblPr firstRow="1" bandRow="1">
                <a:tableStyleId>{5C22544A-7EE6-4342-B048-85BDC9FD1C3A}</a:tableStyleId>
              </a:tblPr>
              <a:tblGrid>
                <a:gridCol w="9266382">
                  <a:extLst>
                    <a:ext uri="{9D8B030D-6E8A-4147-A177-3AD203B41FA5}">
                      <a16:colId xmlns:a16="http://schemas.microsoft.com/office/drawing/2014/main" val="20000"/>
                    </a:ext>
                  </a:extLst>
                </a:gridCol>
                <a:gridCol w="2212604">
                  <a:extLst>
                    <a:ext uri="{9D8B030D-6E8A-4147-A177-3AD203B41FA5}">
                      <a16:colId xmlns:a16="http://schemas.microsoft.com/office/drawing/2014/main" val="20001"/>
                    </a:ext>
                  </a:extLst>
                </a:gridCol>
              </a:tblGrid>
              <a:tr h="255000">
                <a:tc>
                  <a:txBody>
                    <a:bodyPr/>
                    <a:lstStyle/>
                    <a:p>
                      <a:pPr algn="ctr" rtl="1"/>
                      <a:r>
                        <a:rPr sz="1600" b="1" dirty="0">
                          <a:solidFill>
                            <a:srgbClr val="FFFFFF"/>
                          </a:solidFill>
                          <a:latin typeface="Sakkal Majalla"/>
                          <a:cs typeface="Sakkal Majalla"/>
                        </a:rPr>
                        <a:t>المحتوى</a:t>
                      </a:r>
                    </a:p>
                  </a:txBody>
                  <a:tcPr marL="91416" marR="91416" marT="45708" marB="45708">
                    <a:solidFill>
                      <a:schemeClr val="accent1"/>
                    </a:solidFill>
                  </a:tcPr>
                </a:tc>
                <a:tc>
                  <a:txBody>
                    <a:bodyPr/>
                    <a:lstStyle/>
                    <a:p>
                      <a:pPr algn="ctr" rtl="1"/>
                      <a:r>
                        <a:rPr sz="1600" b="1" dirty="0">
                          <a:solidFill>
                            <a:srgbClr val="FFFFFF"/>
                          </a:solidFill>
                          <a:latin typeface="Sakkal Majalla"/>
                          <a:cs typeface="Sakkal Majalla"/>
                        </a:rPr>
                        <a:t>البند</a:t>
                      </a:r>
                    </a:p>
                  </a:txBody>
                  <a:tcPr marL="91416" marR="91416" marT="45708" marB="45708">
                    <a:solidFill>
                      <a:schemeClr val="accent1"/>
                    </a:solidFill>
                  </a:tcPr>
                </a:tc>
                <a:extLst>
                  <a:ext uri="{0D108BD9-81ED-4DB2-BD59-A6C34878D82A}">
                    <a16:rowId xmlns:a16="http://schemas.microsoft.com/office/drawing/2014/main" val="10000"/>
                  </a:ext>
                </a:extLst>
              </a:tr>
              <a:tr h="235000">
                <a:tc>
                  <a:txBody>
                    <a:bodyPr/>
                    <a:lstStyle/>
                    <a:p>
                      <a:pPr algn="r" rtl="1"/>
                      <a:r>
                        <a:rPr sz="1200" b="0" dirty="0">
                          <a:solidFill>
                            <a:srgbClr val="1C2B4A"/>
                          </a:solidFill>
                          <a:latin typeface="Sakkal Majalla"/>
                          <a:cs typeface="Sakkal Majalla"/>
                        </a:rPr>
                        <a:t>سياسة حوكمة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اسم السياسة</a:t>
                      </a:r>
                    </a:p>
                  </a:txBody>
                  <a:tcPr marL="91416" marR="91416" marT="45708" marB="45708">
                    <a:solidFill>
                      <a:schemeClr val="accent1"/>
                    </a:solidFill>
                  </a:tcPr>
                </a:tc>
                <a:extLst>
                  <a:ext uri="{0D108BD9-81ED-4DB2-BD59-A6C34878D82A}">
                    <a16:rowId xmlns:a16="http://schemas.microsoft.com/office/drawing/2014/main" val="10001"/>
                  </a:ext>
                </a:extLst>
              </a:tr>
              <a:tr h="225000">
                <a:tc>
                  <a:txBody>
                    <a:bodyPr/>
                    <a:lstStyle/>
                    <a:p>
                      <a:pPr algn="r" rtl="1"/>
                      <a:r>
                        <a:rPr sz="1200" b="0" dirty="0">
                          <a:solidFill>
                            <a:srgbClr val="1C2B4A"/>
                          </a:solidFill>
                          <a:latin typeface="Sakkal Majalla"/>
                          <a:cs typeface="Sakkal Majalla"/>
                        </a:rPr>
                        <a:t>EA-POLC-02</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رمز السياسة</a:t>
                      </a:r>
                    </a:p>
                  </a:txBody>
                  <a:tcPr marL="91416" marR="91416" marT="45708" marB="45708">
                    <a:solidFill>
                      <a:schemeClr val="accent1"/>
                    </a:solidFill>
                  </a:tcPr>
                </a:tc>
                <a:extLst>
                  <a:ext uri="{0D108BD9-81ED-4DB2-BD59-A6C34878D82A}">
                    <a16:rowId xmlns:a16="http://schemas.microsoft.com/office/drawing/2014/main" val="10002"/>
                  </a:ext>
                </a:extLst>
              </a:tr>
              <a:tr h="265000">
                <a:tc>
                  <a:txBody>
                    <a:bodyPr/>
                    <a:lstStyle/>
                    <a:p>
                      <a:pPr algn="r" rtl="1"/>
                      <a:r>
                        <a:rPr sz="1200" b="0" dirty="0">
                          <a:solidFill>
                            <a:srgbClr val="1C2B4A"/>
                          </a:solidFill>
                          <a:latin typeface="Sakkal Majalla"/>
                          <a:cs typeface="Sakkal Majalla"/>
                        </a:rPr>
                        <a:t>تضبط هذه السياسة آليات الإشراف والاعتماد والمتابعة لضمان الامتثال لمخرجات وممارسات البنية المؤسسية وضبط قراراتها عبر هياكل الحوكمة المعتمدة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وصف السياسة</a:t>
                      </a:r>
                    </a:p>
                  </a:txBody>
                  <a:tcPr marL="91416" marR="91416" marT="45708" marB="45708">
                    <a:solidFill>
                      <a:schemeClr val="accent1"/>
                    </a:solidFill>
                  </a:tcPr>
                </a:tc>
                <a:extLst>
                  <a:ext uri="{0D108BD9-81ED-4DB2-BD59-A6C34878D82A}">
                    <a16:rowId xmlns:a16="http://schemas.microsoft.com/office/drawing/2014/main" val="10003"/>
                  </a:ext>
                </a:extLst>
              </a:tr>
              <a:tr h="265000">
                <a:tc>
                  <a:txBody>
                    <a:bodyPr/>
                    <a:lstStyle/>
                    <a:p>
                      <a:pPr algn="r" rtl="1"/>
                      <a:r>
                        <a:rPr sz="1200" b="0" dirty="0">
                          <a:solidFill>
                            <a:srgbClr val="1C2B4A"/>
                          </a:solidFill>
                          <a:latin typeface="Sakkal Majalla"/>
                          <a:cs typeface="Sakkal Majalla"/>
                        </a:rPr>
                        <a:t>تنظيم آليات الإشراف والاعتماد والمتابعة والامتثال لمخرجات وممارسات البنية المؤسسية وضبط قراراتها</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الهدف / الغرض</a:t>
                      </a:r>
                    </a:p>
                  </a:txBody>
                  <a:tcPr marL="91416" marR="91416" marT="45708" marB="45708">
                    <a:solidFill>
                      <a:schemeClr val="accent1"/>
                    </a:solidFill>
                  </a:tcPr>
                </a:tc>
                <a:extLst>
                  <a:ext uri="{0D108BD9-81ED-4DB2-BD59-A6C34878D82A}">
                    <a16:rowId xmlns:a16="http://schemas.microsoft.com/office/drawing/2014/main" val="10004"/>
                  </a:ext>
                </a:extLst>
              </a:tr>
              <a:tr h="255000">
                <a:tc>
                  <a:txBody>
                    <a:bodyPr/>
                    <a:lstStyle/>
                    <a:p>
                      <a:pPr algn="r" rtl="1"/>
                      <a:r>
                        <a:rPr sz="1200" b="0" dirty="0">
                          <a:solidFill>
                            <a:srgbClr val="1C2B4A"/>
                          </a:solidFill>
                          <a:latin typeface="Sakkal Majalla"/>
                          <a:cs typeface="Sakkal Majalla"/>
                        </a:rPr>
                        <a:t>جميع المشاريع والمبادرات الرقمية ذات الأثر المعماري، والطلبات المرتبطة بالمراجعة المعمارية ومخرجات الممارسة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نطاق التطبيق</a:t>
                      </a:r>
                    </a:p>
                  </a:txBody>
                  <a:tcPr marL="91416" marR="91416" marT="45708" marB="45708">
                    <a:solidFill>
                      <a:schemeClr val="accent1"/>
                    </a:solidFill>
                  </a:tcPr>
                </a:tc>
                <a:extLst>
                  <a:ext uri="{0D108BD9-81ED-4DB2-BD59-A6C34878D82A}">
                    <a16:rowId xmlns:a16="http://schemas.microsoft.com/office/drawing/2014/main" val="10005"/>
                  </a:ext>
                </a:extLst>
              </a:tr>
              <a:tr h="255000">
                <a:tc>
                  <a:txBody>
                    <a:bodyPr/>
                    <a:lstStyle/>
                    <a:p>
                      <a:pPr algn="r" rtl="1"/>
                      <a:r>
                        <a:rPr sz="1200" b="0" dirty="0">
                          <a:solidFill>
                            <a:srgbClr val="1C2B4A"/>
                          </a:solidFill>
                          <a:latin typeface="Sakkal Majalla"/>
                          <a:cs typeface="Sakkal Majalla"/>
                        </a:rPr>
                        <a:t>مكتب البنية المؤسسية، اللجان المعنية، مدراء المشاريع، المالكون التنفيذيون، الإدارات التنظيمية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المستهدفون</a:t>
                      </a:r>
                    </a:p>
                  </a:txBody>
                  <a:tcPr marL="91416" marR="91416" marT="45708" marB="45708">
                    <a:solidFill>
                      <a:schemeClr val="accent1"/>
                    </a:solidFill>
                  </a:tcPr>
                </a:tc>
                <a:extLst>
                  <a:ext uri="{0D108BD9-81ED-4DB2-BD59-A6C34878D82A}">
                    <a16:rowId xmlns:a16="http://schemas.microsoft.com/office/drawing/2014/main" val="10006"/>
                  </a:ext>
                </a:extLst>
              </a:tr>
              <a:tr h="665000">
                <a:tc>
                  <a:txBody>
                    <a:bodyPr/>
                    <a:lstStyle/>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إخضاع جميع المشاريع والمبادرات الرقمية ذات الأثر المعماري للمراجعة المعمارية المعتمدة قبل الشروع في التنفيذ.</a:t>
                      </a:r>
                    </a:p>
                    <a:p>
                      <a:pPr algn="r" rtl="1">
                        <a:lnSpc>
                          <a:spcPts val="1300"/>
                        </a:lnSpc>
                      </a:pPr>
                      <a:r>
                        <a:rPr sz="1200" b="1" dirty="0">
                          <a:solidFill>
                            <a:srgbClr val="2C1F6B"/>
                          </a:solidFill>
                          <a:latin typeface="Sakkal Majalla"/>
                          <a:cs typeface="Sakkal Majalla"/>
                        </a:rPr>
                        <a:t>لا يجوز </a:t>
                      </a:r>
                      <a:r>
                        <a:rPr sz="1200" b="0" dirty="0">
                          <a:solidFill>
                            <a:srgbClr val="1C2B4A"/>
                          </a:solidFill>
                          <a:latin typeface="Sakkal Majalla"/>
                          <a:cs typeface="Sakkal Majalla"/>
                        </a:rPr>
                        <a:t>اتخاذ أي قرار معماري جوهري دون توثيقه ضمن سجل قرارات الحوكمة المعتمد.</a:t>
                      </a: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أن تُشكَّل هياكل حوكمة البنية المؤسسية بوثيقة رسمية تحدد الصلاحيات وآليات الاجتماع واتخاذ القرار والتصعيد.</a:t>
                      </a:r>
                    </a:p>
                    <a:p>
                      <a:pPr algn="r" rtl="1">
                        <a:lnSpc>
                          <a:spcPts val="1300"/>
                        </a:lnSpc>
                      </a:pPr>
                      <a:r>
                        <a:rPr sz="1200" b="1" dirty="0">
                          <a:solidFill>
                            <a:srgbClr val="2C1F6B"/>
                          </a:solidFill>
                          <a:latin typeface="Sakkal Majalla"/>
                          <a:cs typeface="Sakkal Majalla"/>
                        </a:rPr>
                        <a:t>ينبغي </a:t>
                      </a:r>
                      <a:r>
                        <a:rPr sz="1200" b="0" dirty="0">
                          <a:solidFill>
                            <a:srgbClr val="1C2B4A"/>
                          </a:solidFill>
                          <a:latin typeface="Sakkal Majalla"/>
                          <a:cs typeface="Sakkal Majalla"/>
                        </a:rPr>
                        <a:t>إصدار تقارير امتثال معمارية دورية وعرضها على الجهات المشرفة وفق الدورية المحددة.</a:t>
                      </a:r>
                    </a:p>
                    <a:p>
                      <a:pPr algn="r" rtl="1">
                        <a:lnSpc>
                          <a:spcPts val="1300"/>
                        </a:lnSpc>
                      </a:pPr>
                      <a:r>
                        <a:rPr sz="1200" b="1" dirty="0">
                          <a:solidFill>
                            <a:srgbClr val="2C1F6B"/>
                          </a:solidFill>
                          <a:latin typeface="Sakkal Majalla"/>
                          <a:cs typeface="Sakkal Majalla"/>
                        </a:rPr>
                        <a:t>لا يجوز </a:t>
                      </a:r>
                      <a:r>
                        <a:rPr sz="1200" b="0" dirty="0">
                          <a:solidFill>
                            <a:srgbClr val="1C2B4A"/>
                          </a:solidFill>
                          <a:latin typeface="Sakkal Majalla"/>
                          <a:cs typeface="Sakkal Majalla"/>
                        </a:rPr>
                        <a:t>تجاوز مسارات الاعتماد والتصعيد المعتمدة في أي مرحلة من مراحل المراجعة أو إدارة الاستثناءات.</a:t>
                      </a:r>
                    </a:p>
                  </a:txBody>
                  <a:tcPr marL="91416" marR="91416" marT="50000" marB="50000">
                    <a:solidFill>
                      <a:srgbClr val="EDE9F8"/>
                    </a:solidFill>
                  </a:tcPr>
                </a:tc>
                <a:tc>
                  <a:txBody>
                    <a:bodyPr/>
                    <a:lstStyle/>
                    <a:p>
                      <a:pPr algn="ctr" rtl="1"/>
                      <a:r>
                        <a:rPr lang="ar-EG" sz="1200" b="1" dirty="0">
                          <a:solidFill>
                            <a:srgbClr val="FFFFFF"/>
                          </a:solidFill>
                          <a:latin typeface="Sakkal Majalla"/>
                          <a:cs typeface="Sakkal Majalla"/>
                        </a:rPr>
                        <a:t>نص السياسة</a:t>
                      </a:r>
                      <a:endParaRPr sz="1200" b="1" dirty="0">
                        <a:solidFill>
                          <a:srgbClr val="FFFFFF"/>
                        </a:solidFill>
                        <a:latin typeface="Sakkal Majalla"/>
                        <a:cs typeface="Sakkal Majalla"/>
                      </a:endParaRPr>
                    </a:p>
                  </a:txBody>
                  <a:tcPr marL="91416" marR="91416" marT="45708" marB="45708">
                    <a:solidFill>
                      <a:srgbClr val="2C1F6B"/>
                    </a:solidFill>
                  </a:tcPr>
                </a:tc>
                <a:extLst>
                  <a:ext uri="{0D108BD9-81ED-4DB2-BD59-A6C34878D82A}">
                    <a16:rowId xmlns:a16="http://schemas.microsoft.com/office/drawing/2014/main" val="10007"/>
                  </a:ext>
                </a:extLst>
              </a:tr>
              <a:tr h="260000">
                <a:tc>
                  <a:txBody>
                    <a:bodyPr/>
                    <a:lstStyle/>
                    <a:p>
                      <a:pPr algn="r" rtl="1"/>
                      <a:r>
                        <a:rPr sz="1200" b="0" dirty="0">
                          <a:solidFill>
                            <a:srgbClr val="1C2B4A"/>
                          </a:solidFill>
                          <a:latin typeface="Sakkal Majalla"/>
                          <a:cs typeface="Sakkal Majalla"/>
                        </a:rPr>
                        <a:t>نسبة توثيق قرارات الحوكمة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اكتمال المراجعات ضمن النطاق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معالجة الملاحظات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حفظ الأدلة الكاملة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معايير القياس والامتثال</a:t>
                      </a:r>
                    </a:p>
                  </a:txBody>
                  <a:tcPr marL="91416" marR="91416" marT="45708" marB="45708">
                    <a:solidFill>
                      <a:schemeClr val="accent1"/>
                    </a:solidFill>
                  </a:tcPr>
                </a:tc>
                <a:extLst>
                  <a:ext uri="{0D108BD9-81ED-4DB2-BD59-A6C34878D82A}">
                    <a16:rowId xmlns:a16="http://schemas.microsoft.com/office/drawing/2014/main" val="10008"/>
                  </a:ext>
                </a:extLst>
              </a:tr>
              <a:tr h="255000">
                <a:tc>
                  <a:txBody>
                    <a:bodyPr/>
                    <a:lstStyle/>
                    <a:p>
                      <a:pPr algn="r" rtl="0"/>
                      <a:r>
                        <a:rPr sz="1200" b="0" dirty="0">
                          <a:solidFill>
                            <a:srgbClr val="1C2B4A"/>
                          </a:solidFill>
                          <a:latin typeface="Sakkal Majalla"/>
                          <a:cs typeface="Sakkal Majalla"/>
                        </a:rPr>
                        <a:t>EA-POLC-01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تطوير</a:t>
                      </a:r>
                      <a:r>
                        <a:rPr sz="1200" b="0" dirty="0">
                          <a:solidFill>
                            <a:srgbClr val="1C2B4A"/>
                          </a:solidFill>
                          <a:latin typeface="Sakkal Majalla"/>
                          <a:cs typeface="Sakkal Majalla"/>
                        </a:rPr>
                        <a:t> البنية المؤسسية | EA-POLC-05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إدارة</a:t>
                      </a:r>
                      <a:r>
                        <a:rPr sz="1200" b="0" dirty="0">
                          <a:solidFill>
                            <a:srgbClr val="1C2B4A"/>
                          </a:solidFill>
                          <a:latin typeface="Sakkal Majalla"/>
                          <a:cs typeface="Sakkal Majalla"/>
                        </a:rPr>
                        <a:t> </a:t>
                      </a:r>
                      <a:r>
                        <a:rPr sz="1200" b="0" dirty="0" err="1">
                          <a:solidFill>
                            <a:srgbClr val="1C2B4A"/>
                          </a:solidFill>
                          <a:latin typeface="Sakkal Majalla"/>
                          <a:cs typeface="Sakkal Majalla"/>
                        </a:rPr>
                        <a:t>الطلبات</a:t>
                      </a:r>
                      <a:r>
                        <a:rPr sz="1200" b="0" dirty="0">
                          <a:solidFill>
                            <a:srgbClr val="1C2B4A"/>
                          </a:solidFill>
                          <a:latin typeface="Sakkal Majalla"/>
                          <a:cs typeface="Sakkal Majalla"/>
                        </a:rPr>
                        <a:t> | EA-POLC-06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تقييم</a:t>
                      </a:r>
                      <a:r>
                        <a:rPr sz="1200" b="0" dirty="0">
                          <a:solidFill>
                            <a:srgbClr val="1C2B4A"/>
                          </a:solidFill>
                          <a:latin typeface="Sakkal Majalla"/>
                          <a:cs typeface="Sakkal Majalla"/>
                        </a:rPr>
                        <a:t> </a:t>
                      </a:r>
                      <a:r>
                        <a:rPr sz="1200" b="0" dirty="0" err="1">
                          <a:solidFill>
                            <a:srgbClr val="1C2B4A"/>
                          </a:solidFill>
                          <a:latin typeface="Sakkal Majalla"/>
                          <a:cs typeface="Sakkal Majalla"/>
                        </a:rPr>
                        <a:t>الأداء</a:t>
                      </a:r>
                      <a:r>
                        <a:rPr sz="1200" b="0" dirty="0">
                          <a:solidFill>
                            <a:srgbClr val="1C2B4A"/>
                          </a:solidFill>
                          <a:latin typeface="Sakkal Majalla"/>
                          <a:cs typeface="Sakkal Majalla"/>
                        </a:rPr>
                        <a:t>| EA-POLC-09 إدارة المخاطر</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السياسات المرتبطة بها</a:t>
                      </a:r>
                    </a:p>
                  </a:txBody>
                  <a:tcPr marL="91416" marR="91416" marT="45708" marB="45708">
                    <a:solidFill>
                      <a:schemeClr val="accent1"/>
                    </a:solidFill>
                  </a:tcPr>
                </a:tc>
                <a:extLst>
                  <a:ext uri="{0D108BD9-81ED-4DB2-BD59-A6C34878D82A}">
                    <a16:rowId xmlns:a16="http://schemas.microsoft.com/office/drawing/2014/main" val="10009"/>
                  </a:ext>
                </a:extLst>
              </a:tr>
              <a:tr h="225000">
                <a:tc>
                  <a:txBody>
                    <a:bodyPr/>
                    <a:lstStyle/>
                    <a:p>
                      <a:pPr algn="r" rtl="1"/>
                      <a:r>
                        <a:rPr sz="1200" b="0" dirty="0">
                          <a:solidFill>
                            <a:srgbClr val="1C2B4A"/>
                          </a:solidFill>
                          <a:latin typeface="Sakkal Majalla"/>
                          <a:cs typeface="Sakkal Majalla"/>
                        </a:rPr>
                        <a:t>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المالك</a:t>
                      </a:r>
                    </a:p>
                  </a:txBody>
                  <a:tcPr marL="91416" marR="91416" marT="45708" marB="45708">
                    <a:solidFill>
                      <a:schemeClr val="accent1"/>
                    </a:solidFill>
                  </a:tcPr>
                </a:tc>
                <a:extLst>
                  <a:ext uri="{0D108BD9-81ED-4DB2-BD59-A6C34878D82A}">
                    <a16:rowId xmlns:a16="http://schemas.microsoft.com/office/drawing/2014/main" val="10010"/>
                  </a:ext>
                </a:extLst>
              </a:tr>
              <a:tr h="255000">
                <a:tc>
                  <a:txBody>
                    <a:bodyPr/>
                    <a:lstStyle/>
                    <a:p>
                      <a:pPr algn="r" rtl="1"/>
                      <a:r>
                        <a:rPr lang="ar-EG" sz="1200" b="0" dirty="0">
                          <a:solidFill>
                            <a:srgbClr val="1C2B4A"/>
                          </a:solidFill>
                          <a:latin typeface="Sakkal Majalla"/>
                          <a:cs typeface="Sakkal Majalla"/>
                        </a:rPr>
                        <a:t>لجنة حوكمة البنية المؤسسية</a:t>
                      </a:r>
                      <a:endParaRPr sz="1200" b="0" dirty="0">
                        <a:solidFill>
                          <a:srgbClr val="1C2B4A"/>
                        </a:solidFill>
                        <a:latin typeface="Sakkal Majalla"/>
                        <a:cs typeface="Sakkal Majalla"/>
                      </a:endParaRP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الجهة المعتمدة</a:t>
                      </a:r>
                    </a:p>
                  </a:txBody>
                  <a:tcPr marL="91416" marR="91416" marT="45708" marB="45708">
                    <a:solidFill>
                      <a:schemeClr val="accent1"/>
                    </a:solidFill>
                  </a:tcPr>
                </a:tc>
                <a:extLst>
                  <a:ext uri="{0D108BD9-81ED-4DB2-BD59-A6C34878D82A}">
                    <a16:rowId xmlns:a16="http://schemas.microsoft.com/office/drawing/2014/main" val="10011"/>
                  </a:ext>
                </a:extLst>
              </a:tr>
              <a:tr h="255000">
                <a:tc>
                  <a:txBody>
                    <a:bodyPr/>
                    <a:lstStyle/>
                    <a:p>
                      <a:pPr algn="r" rtl="1"/>
                      <a:r>
                        <a:rPr sz="1200" b="0" dirty="0">
                          <a:solidFill>
                            <a:srgbClr val="1C2B4A"/>
                          </a:solidFill>
                          <a:latin typeface="Sakkal Majalla"/>
                          <a:cs typeface="Sakkal Majalla"/>
                        </a:rPr>
                        <a:t>COBIT 2019 | ISO/IEC 38500 </a:t>
                      </a:r>
                      <a:r>
                        <a:rPr lang="ar-EG" sz="1200" b="0" dirty="0">
                          <a:solidFill>
                            <a:srgbClr val="1C2B4A"/>
                          </a:solidFill>
                          <a:latin typeface="Sakkal Majalla"/>
                          <a:cs typeface="Sakkal Majalla"/>
                        </a:rPr>
                        <a:t>|</a:t>
                      </a:r>
                      <a:r>
                        <a:rPr lang="ar-SA" sz="1200" b="0" dirty="0">
                          <a:solidFill>
                            <a:srgbClr val="1C2B4A"/>
                          </a:solidFill>
                          <a:latin typeface="Sakkal Majalla"/>
                          <a:cs typeface="Sakkal Majalla"/>
                        </a:rPr>
                        <a:t> ا</a:t>
                      </a:r>
                      <a:r>
                        <a:rPr sz="1200" b="0" dirty="0" err="1">
                          <a:solidFill>
                            <a:srgbClr val="1C2B4A"/>
                          </a:solidFill>
                          <a:latin typeface="Sakkal Majalla"/>
                          <a:cs typeface="Sakkal Majalla"/>
                        </a:rPr>
                        <a:t>لسياسات</a:t>
                      </a:r>
                      <a:r>
                        <a:rPr sz="1200" b="0" dirty="0">
                          <a:solidFill>
                            <a:srgbClr val="1C2B4A"/>
                          </a:solidFill>
                          <a:latin typeface="Sakkal Majalla"/>
                          <a:cs typeface="Sakkal Majalla"/>
                        </a:rPr>
                        <a:t> التنظيمية للهيئة</a:t>
                      </a:r>
                    </a:p>
                  </a:txBody>
                  <a:tcPr marL="91416" marR="91416" marT="45708" marB="45708">
                    <a:solidFill>
                      <a:srgbClr val="FFFFFF"/>
                    </a:solidFill>
                  </a:tcPr>
                </a:tc>
                <a:tc>
                  <a:txBody>
                    <a:bodyPr/>
                    <a:lstStyle/>
                    <a:p>
                      <a:pPr algn="ctr" rtl="1"/>
                      <a:r>
                        <a:rPr lang="ar-EG" sz="1200" b="1" dirty="0">
                          <a:solidFill>
                            <a:srgbClr val="FFFFFF"/>
                          </a:solidFill>
                          <a:latin typeface="Sakkal Majalla"/>
                          <a:cs typeface="Sakkal Majalla"/>
                        </a:rPr>
                        <a:t>المرجعية</a:t>
                      </a:r>
                      <a:endParaRPr sz="1200" b="1" dirty="0">
                        <a:solidFill>
                          <a:srgbClr val="FFFFFF"/>
                        </a:solidFill>
                        <a:latin typeface="Sakkal Majalla"/>
                        <a:cs typeface="Sakkal Majalla"/>
                      </a:endParaRPr>
                    </a:p>
                  </a:txBody>
                  <a:tcPr marL="91416" marR="91416" marT="45708" marB="45708">
                    <a:solidFill>
                      <a:schemeClr val="accent1"/>
                    </a:solidFill>
                  </a:tcPr>
                </a:tc>
                <a:extLst>
                  <a:ext uri="{0D108BD9-81ED-4DB2-BD59-A6C34878D82A}">
                    <a16:rowId xmlns:a16="http://schemas.microsoft.com/office/drawing/2014/main" val="10012"/>
                  </a:ext>
                </a:extLst>
              </a:tr>
              <a:tr h="255000">
                <a:tc>
                  <a:txBody>
                    <a:bodyPr/>
                    <a:lstStyle/>
                    <a:p>
                      <a:pPr algn="r" rtl="1"/>
                      <a:r>
                        <a:rPr sz="1200" b="0" dirty="0">
                          <a:solidFill>
                            <a:srgbClr val="1C2B4A"/>
                          </a:solidFill>
                          <a:latin typeface="Sakkal Majalla"/>
                          <a:cs typeface="Sakkal Majalla"/>
                        </a:rPr>
                        <a:t>تُدار بقرارات موثقة ضمن خدمة إدارة طلبات الاستثناء والإعفاء</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الاستثناءات / الإعفاء</a:t>
                      </a:r>
                    </a:p>
                  </a:txBody>
                  <a:tcPr marL="91416" marR="91416" marT="45708" marB="45708">
                    <a:solidFill>
                      <a:schemeClr val="accent1"/>
                    </a:solidFill>
                  </a:tcPr>
                </a:tc>
                <a:extLst>
                  <a:ext uri="{0D108BD9-81ED-4DB2-BD59-A6C34878D82A}">
                    <a16:rowId xmlns:a16="http://schemas.microsoft.com/office/drawing/2014/main" val="10013"/>
                  </a:ext>
                </a:extLst>
              </a:tr>
              <a:tr h="265000">
                <a:tc>
                  <a:txBody>
                    <a:bodyPr/>
                    <a:lstStyle/>
                    <a:p>
                      <a:pPr algn="r" rtl="1"/>
                      <a:r>
                        <a:rPr sz="1200" b="0" dirty="0">
                          <a:solidFill>
                            <a:srgbClr val="1C2B4A"/>
                          </a:solidFill>
                          <a:latin typeface="Sakkal Majalla"/>
                          <a:cs typeface="Sakkal Majalla"/>
                        </a:rPr>
                        <a:t>يُعلَّق اعتماد المشروع غير الممتثل حتى استيفاء المراجعة المعمارية | تُحال المخالفات المتكررة للقيادة التنفيذية | تُدرج في تقرير الأداء الدوري</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تبعات عدم الامتثال</a:t>
                      </a:r>
                    </a:p>
                  </a:txBody>
                  <a:tcPr marL="91416" marR="91416" marT="45708" marB="45708">
                    <a:solidFill>
                      <a:schemeClr val="accent1"/>
                    </a:solidFill>
                  </a:tcPr>
                </a:tc>
                <a:extLst>
                  <a:ext uri="{0D108BD9-81ED-4DB2-BD59-A6C34878D82A}">
                    <a16:rowId xmlns:a16="http://schemas.microsoft.com/office/drawing/2014/main" val="10014"/>
                  </a:ext>
                </a:extLst>
              </a:tr>
              <a:tr h="255000">
                <a:tc>
                  <a:txBody>
                    <a:bodyPr/>
                    <a:lstStyle/>
                    <a:p>
                      <a:pPr algn="r" rtl="1"/>
                      <a:r>
                        <a:rPr sz="1200" b="0" dirty="0">
                          <a:solidFill>
                            <a:srgbClr val="1C2B4A"/>
                          </a:solidFill>
                          <a:latin typeface="Sakkal Majalla"/>
                          <a:cs typeface="Sakkal Majalla"/>
                        </a:rPr>
                        <a:t>الدورية: </a:t>
                      </a:r>
                      <a:r>
                        <a:rPr lang="ar-EG" sz="1200" b="0" dirty="0">
                          <a:solidFill>
                            <a:srgbClr val="1C2B4A"/>
                          </a:solidFill>
                          <a:latin typeface="Sakkal Majalla"/>
                          <a:cs typeface="Sakkal Majalla"/>
                        </a:rPr>
                        <a:t>سنوية </a:t>
                      </a:r>
                      <a:r>
                        <a:rPr sz="1200" b="0" dirty="0">
                          <a:solidFill>
                            <a:srgbClr val="1C2B4A"/>
                          </a:solidFill>
                          <a:latin typeface="Sakkal Majalla"/>
                          <a:cs typeface="Sakkal Majalla"/>
                        </a:rPr>
                        <a:t> أو عند تعديل إطار الحوكمة | المسؤول: مدير 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آلية المراجعة والتحديث</a:t>
                      </a:r>
                    </a:p>
                  </a:txBody>
                  <a:tcPr marL="91416" marR="91416" marT="45708" marB="45708">
                    <a:solidFill>
                      <a:schemeClr val="accent1"/>
                    </a:solidFill>
                  </a:tcPr>
                </a:tc>
                <a:extLst>
                  <a:ext uri="{0D108BD9-81ED-4DB2-BD59-A6C34878D82A}">
                    <a16:rowId xmlns:a16="http://schemas.microsoft.com/office/drawing/2014/main" val="10015"/>
                  </a:ext>
                </a:extLst>
              </a:tr>
              <a:tr h="290000">
                <a:tc>
                  <a:txBody>
                    <a:bodyPr/>
                    <a:lstStyle/>
                    <a:p>
                      <a:pPr algn="r" rtl="1"/>
                      <a:r>
                        <a:rPr sz="1100" b="0" dirty="0">
                          <a:solidFill>
                            <a:srgbClr val="1C2B4A"/>
                          </a:solidFill>
                          <a:latin typeface="Sakkal Majalla"/>
                          <a:cs typeface="Sakkal Majalla"/>
                        </a:rPr>
                        <a:t>المشاركة في ورش عمل الابتكار والتصميم | مراجعة كراسات الشروط والمواصفات للمشاريع الرقمية | التقرير الدوري لأداء مكتب البنية المؤسسية | تطوير وتحديث خطة مراجعة الامتثال | مراجعة الامتثال | مراجعة طلبات الاعفاء | متابعة تنفيذ خارطة طريق التحول الرقمي</a:t>
                      </a:r>
                    </a:p>
                  </a:txBody>
                  <a:tcPr marL="91416" marR="91416" marT="45708" marB="45708">
                    <a:solidFill>
                      <a:srgbClr val="EEF2FF"/>
                    </a:solidFill>
                  </a:tcPr>
                </a:tc>
                <a:tc>
                  <a:txBody>
                    <a:bodyPr/>
                    <a:lstStyle/>
                    <a:p>
                      <a:pPr algn="ctr" rtl="1"/>
                      <a:r>
                        <a:rPr sz="1200" b="1" dirty="0">
                          <a:solidFill>
                            <a:srgbClr val="FFFFFF"/>
                          </a:solidFill>
                          <a:latin typeface="Sakkal Majalla"/>
                          <a:cs typeface="Sakkal Majalla"/>
                        </a:rPr>
                        <a:t>الإجراءات المرتبطة</a:t>
                      </a:r>
                    </a:p>
                  </a:txBody>
                  <a:tcPr marL="91416" marR="91416" marT="45708" marB="45708">
                    <a:solidFill>
                      <a:srgbClr val="1E40AF"/>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3628074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EB973-1546-83BC-14ED-BC0E1BC8331F}"/>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D24652B-4DB3-1903-296B-D5C008188F0A}"/>
              </a:ext>
            </a:extLst>
          </p:cNvPr>
          <p:cNvSpPr txBox="1"/>
          <p:nvPr/>
        </p:nvSpPr>
        <p:spPr>
          <a:xfrm>
            <a:off x="834812" y="6394893"/>
            <a:ext cx="6096016" cy="307697"/>
          </a:xfrm>
          <a:prstGeom prst="rect">
            <a:avLst/>
          </a:prstGeom>
          <a:noFill/>
        </p:spPr>
        <p:txBody>
          <a:bodyPr wrap="square">
            <a:spAutoFit/>
          </a:bodyPr>
          <a:lstStyle/>
          <a:p>
            <a:pPr defTabSz="914126"/>
            <a:fld id="{008E1BDA-5E07-414A-8101-29DABEB15B19}" type="slidenum">
              <a:rPr lang="en-SA" sz="1400" b="1">
                <a:solidFill>
                  <a:srgbClr val="4C3C8D"/>
                </a:solidFill>
                <a:latin typeface="Sakkal Majalla"/>
                <a:cs typeface="Sakkal Majalla"/>
              </a:rPr>
              <a:pPr defTabSz="914126"/>
              <a:t>13</a:t>
            </a:fld>
            <a:endParaRPr lang="en-US" sz="1400" b="1" dirty="0">
              <a:solidFill>
                <a:srgbClr val="4C3C8D"/>
              </a:solidFill>
              <a:latin typeface="Sakkal Majalla"/>
              <a:cs typeface="Sakkal Majalla"/>
            </a:endParaRPr>
          </a:p>
        </p:txBody>
      </p:sp>
      <p:sp>
        <p:nvSpPr>
          <p:cNvPr id="2" name="Title 1">
            <a:extLst>
              <a:ext uri="{FF2B5EF4-FFF2-40B4-BE49-F238E27FC236}">
                <a16:creationId xmlns:a16="http://schemas.microsoft.com/office/drawing/2014/main" id="{BE659A29-2AEB-0754-FC61-763F18CBA949}"/>
              </a:ext>
            </a:extLst>
          </p:cNvPr>
          <p:cNvSpPr txBox="1">
            <a:spLocks/>
          </p:cNvSpPr>
          <p:nvPr/>
        </p:nvSpPr>
        <p:spPr>
          <a:xfrm>
            <a:off x="2670941" y="280000"/>
            <a:ext cx="8681491" cy="820000"/>
          </a:xfrm>
          <a:prstGeom prst="rect">
            <a:avLst/>
          </a:prstGeom>
        </p:spPr>
        <p:txBody>
          <a:bodyPr vert="horz" lIns="91416" tIns="45708" rIns="0" bIns="45708" rtlCol="0" anchor="ctr" anchorCtr="0">
            <a:normAutofit/>
          </a:bodyPr>
          <a:lstStyle>
            <a:lvl1pPr algn="r" defTabSz="914400" rtl="1" eaLnBrk="1" latinLnBrk="0" hangingPunct="1">
              <a:lnSpc>
                <a:spcPct val="100000"/>
              </a:lnSpc>
              <a:spcBef>
                <a:spcPct val="0"/>
              </a:spcBef>
              <a:buNone/>
              <a:defRPr sz="1500" b="1" kern="1200">
                <a:solidFill>
                  <a:schemeClr val="accent1"/>
                </a:solidFill>
                <a:latin typeface="+mj-lt"/>
                <a:ea typeface="+mj-ea"/>
                <a:cs typeface="+mj-cs"/>
              </a:defRPr>
            </a:lvl1pPr>
          </a:lstStyle>
          <a:p>
            <a:pPr defTabSz="914126"/>
            <a:r>
              <a:rPr lang="en-US" sz="1500" dirty="0">
                <a:solidFill>
                  <a:srgbClr val="4C3C8D"/>
                </a:solidFill>
                <a:latin typeface="Sakkal Majalla"/>
                <a:cs typeface="Sakkal Majalla"/>
              </a:rPr>
              <a:t> </a:t>
            </a:r>
            <a:r>
              <a:rPr lang="ar-SA" sz="1500" dirty="0">
                <a:solidFill>
                  <a:srgbClr val="4C3C8D"/>
                </a:solidFill>
                <a:latin typeface="Sakkal Majalla"/>
                <a:cs typeface="Sakkal Majalla"/>
              </a:rPr>
              <a:t>بطاقة </a:t>
            </a:r>
            <a:r>
              <a:rPr lang="ar-EG" sz="1500" dirty="0">
                <a:solidFill>
                  <a:srgbClr val="4C3C8D"/>
                </a:solidFill>
                <a:latin typeface="Sakkal Majalla"/>
                <a:cs typeface="Sakkal Majalla"/>
              </a:rPr>
              <a:t>السياسة</a:t>
            </a:r>
            <a:r>
              <a:rPr lang="ar-SA" sz="1500" dirty="0">
                <a:solidFill>
                  <a:srgbClr val="4C3C8D"/>
                </a:solidFill>
                <a:latin typeface="Sakkal Majalla"/>
                <a:cs typeface="Sakkal Majalla"/>
              </a:rPr>
              <a:t> </a:t>
            </a:r>
            <a:r>
              <a:rPr lang="ar-EG" sz="1500" dirty="0">
                <a:solidFill>
                  <a:srgbClr val="4C3C8D"/>
                </a:solidFill>
                <a:latin typeface="Sakkal Majalla"/>
                <a:cs typeface="Sakkal Majalla"/>
              </a:rPr>
              <a:t>"</a:t>
            </a:r>
            <a:r>
              <a:rPr lang="en-US" sz="1500" dirty="0">
                <a:solidFill>
                  <a:srgbClr val="4C3C8D"/>
                </a:solidFill>
                <a:latin typeface="Sakkal Majalla"/>
                <a:cs typeface="Sakkal Majalla"/>
              </a:rPr>
              <a:t>EA-POLC-03</a:t>
            </a:r>
            <a:r>
              <a:rPr lang="ar-EG" sz="1500" dirty="0">
                <a:solidFill>
                  <a:srgbClr val="4C3C8D"/>
                </a:solidFill>
                <a:latin typeface="Sakkal Majalla"/>
                <a:cs typeface="Sakkal Majalla"/>
              </a:rPr>
              <a:t>: سياسة إدارة التغيير في البنية المؤسسية</a:t>
            </a:r>
            <a:r>
              <a:rPr lang="ar-SA" sz="1500" dirty="0">
                <a:solidFill>
                  <a:srgbClr val="4C3C8D"/>
                </a:solidFill>
                <a:latin typeface="Sakkal Majalla"/>
                <a:cs typeface="Sakkal Majalla"/>
              </a:rPr>
              <a:t>"</a:t>
            </a:r>
          </a:p>
        </p:txBody>
      </p:sp>
      <p:graphicFrame>
        <p:nvGraphicFramePr>
          <p:cNvPr id="3" name="Table 2">
            <a:extLst>
              <a:ext uri="{FF2B5EF4-FFF2-40B4-BE49-F238E27FC236}">
                <a16:creationId xmlns:a16="http://schemas.microsoft.com/office/drawing/2014/main" id="{170F4E31-3E2E-C48A-7A4D-51B6DCA52124}"/>
              </a:ext>
            </a:extLst>
          </p:cNvPr>
          <p:cNvGraphicFramePr>
            <a:graphicFrameLocks noGrp="1"/>
          </p:cNvGraphicFramePr>
          <p:nvPr>
            <p:extLst>
              <p:ext uri="{D42A27DB-BD31-4B8C-83A1-F6EECF244321}">
                <p14:modId xmlns:p14="http://schemas.microsoft.com/office/powerpoint/2010/main" val="2389958015"/>
              </p:ext>
            </p:extLst>
          </p:nvPr>
        </p:nvGraphicFramePr>
        <p:xfrm>
          <a:off x="167661" y="971186"/>
          <a:ext cx="11397273" cy="5395345"/>
        </p:xfrm>
        <a:graphic>
          <a:graphicData uri="http://schemas.openxmlformats.org/drawingml/2006/table">
            <a:tbl>
              <a:tblPr firstRow="1" bandRow="1">
                <a:tableStyleId>{5C22544A-7EE6-4342-B048-85BDC9FD1C3A}</a:tableStyleId>
              </a:tblPr>
              <a:tblGrid>
                <a:gridCol w="9200420">
                  <a:extLst>
                    <a:ext uri="{9D8B030D-6E8A-4147-A177-3AD203B41FA5}">
                      <a16:colId xmlns:a16="http://schemas.microsoft.com/office/drawing/2014/main" val="20000"/>
                    </a:ext>
                  </a:extLst>
                </a:gridCol>
                <a:gridCol w="2196853">
                  <a:extLst>
                    <a:ext uri="{9D8B030D-6E8A-4147-A177-3AD203B41FA5}">
                      <a16:colId xmlns:a16="http://schemas.microsoft.com/office/drawing/2014/main" val="20001"/>
                    </a:ext>
                  </a:extLst>
                </a:gridCol>
              </a:tblGrid>
              <a:tr h="255000">
                <a:tc>
                  <a:txBody>
                    <a:bodyPr/>
                    <a:lstStyle/>
                    <a:p>
                      <a:pPr algn="ctr" rtl="1"/>
                      <a:r>
                        <a:rPr sz="1600" b="1" dirty="0">
                          <a:solidFill>
                            <a:srgbClr val="FFFFFF"/>
                          </a:solidFill>
                          <a:latin typeface="Sakkal Majalla"/>
                          <a:cs typeface="Sakkal Majalla"/>
                        </a:rPr>
                        <a:t>المحتوى</a:t>
                      </a:r>
                    </a:p>
                  </a:txBody>
                  <a:tcPr marL="91416" marR="91416" marT="45708" marB="45708">
                    <a:solidFill>
                      <a:schemeClr val="accent1"/>
                    </a:solidFill>
                  </a:tcPr>
                </a:tc>
                <a:tc>
                  <a:txBody>
                    <a:bodyPr/>
                    <a:lstStyle/>
                    <a:p>
                      <a:pPr algn="ctr" rtl="1"/>
                      <a:r>
                        <a:rPr sz="1600" b="1" dirty="0">
                          <a:solidFill>
                            <a:srgbClr val="FFFFFF"/>
                          </a:solidFill>
                          <a:latin typeface="Sakkal Majalla"/>
                          <a:cs typeface="Sakkal Majalla"/>
                        </a:rPr>
                        <a:t>البند</a:t>
                      </a:r>
                    </a:p>
                  </a:txBody>
                  <a:tcPr marL="91416" marR="91416" marT="45708" marB="45708">
                    <a:solidFill>
                      <a:schemeClr val="accent1"/>
                    </a:solidFill>
                  </a:tcPr>
                </a:tc>
                <a:extLst>
                  <a:ext uri="{0D108BD9-81ED-4DB2-BD59-A6C34878D82A}">
                    <a16:rowId xmlns:a16="http://schemas.microsoft.com/office/drawing/2014/main" val="10000"/>
                  </a:ext>
                </a:extLst>
              </a:tr>
              <a:tr h="235000">
                <a:tc>
                  <a:txBody>
                    <a:bodyPr/>
                    <a:lstStyle/>
                    <a:p>
                      <a:pPr algn="r" rtl="1"/>
                      <a:r>
                        <a:rPr sz="1200" b="0" dirty="0">
                          <a:solidFill>
                            <a:srgbClr val="1C2B4A"/>
                          </a:solidFill>
                          <a:latin typeface="Sakkal Majalla"/>
                          <a:cs typeface="Sakkal Majalla"/>
                        </a:rPr>
                        <a:t>سياسة إدارة التغيير في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اسم السياسة</a:t>
                      </a:r>
                    </a:p>
                  </a:txBody>
                  <a:tcPr marL="91416" marR="91416" marT="45708" marB="45708">
                    <a:solidFill>
                      <a:schemeClr val="accent1"/>
                    </a:solidFill>
                  </a:tcPr>
                </a:tc>
                <a:extLst>
                  <a:ext uri="{0D108BD9-81ED-4DB2-BD59-A6C34878D82A}">
                    <a16:rowId xmlns:a16="http://schemas.microsoft.com/office/drawing/2014/main" val="10001"/>
                  </a:ext>
                </a:extLst>
              </a:tr>
              <a:tr h="225000">
                <a:tc>
                  <a:txBody>
                    <a:bodyPr/>
                    <a:lstStyle/>
                    <a:p>
                      <a:pPr algn="r" rtl="1"/>
                      <a:r>
                        <a:rPr sz="1200" b="0" dirty="0">
                          <a:solidFill>
                            <a:srgbClr val="1C2B4A"/>
                          </a:solidFill>
                          <a:latin typeface="Sakkal Majalla"/>
                          <a:cs typeface="Sakkal Majalla"/>
                        </a:rPr>
                        <a:t>EA-POLC-03</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رمز السياسة</a:t>
                      </a:r>
                    </a:p>
                  </a:txBody>
                  <a:tcPr marL="91416" marR="91416" marT="45708" marB="45708">
                    <a:solidFill>
                      <a:schemeClr val="accent1"/>
                    </a:solidFill>
                  </a:tcPr>
                </a:tc>
                <a:extLst>
                  <a:ext uri="{0D108BD9-81ED-4DB2-BD59-A6C34878D82A}">
                    <a16:rowId xmlns:a16="http://schemas.microsoft.com/office/drawing/2014/main" val="10002"/>
                  </a:ext>
                </a:extLst>
              </a:tr>
              <a:tr h="265000">
                <a:tc>
                  <a:txBody>
                    <a:bodyPr/>
                    <a:lstStyle/>
                    <a:p>
                      <a:pPr algn="r" rtl="1"/>
                      <a:r>
                        <a:rPr sz="1200" b="0" dirty="0">
                          <a:solidFill>
                            <a:srgbClr val="1C2B4A"/>
                          </a:solidFill>
                          <a:latin typeface="Sakkal Majalla"/>
                          <a:cs typeface="Sakkal Majalla"/>
                        </a:rPr>
                        <a:t>تحدد هذه السياسة متطلبات تقييم واعتماد وتنفيذ وتوثيق أي تغييرات على مكونات البنية المؤسسية لضمان الاتساق وانعكاس التغييرات على المخرجات والمستودع</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وصف السياسة</a:t>
                      </a:r>
                    </a:p>
                  </a:txBody>
                  <a:tcPr marL="91416" marR="91416" marT="45708" marB="45708">
                    <a:solidFill>
                      <a:schemeClr val="accent1"/>
                    </a:solidFill>
                  </a:tcPr>
                </a:tc>
                <a:extLst>
                  <a:ext uri="{0D108BD9-81ED-4DB2-BD59-A6C34878D82A}">
                    <a16:rowId xmlns:a16="http://schemas.microsoft.com/office/drawing/2014/main" val="10003"/>
                  </a:ext>
                </a:extLst>
              </a:tr>
              <a:tr h="265000">
                <a:tc>
                  <a:txBody>
                    <a:bodyPr/>
                    <a:lstStyle/>
                    <a:p>
                      <a:pPr algn="r" rtl="1"/>
                      <a:r>
                        <a:rPr sz="1200" b="0" dirty="0">
                          <a:solidFill>
                            <a:srgbClr val="1C2B4A"/>
                          </a:solidFill>
                          <a:latin typeface="Sakkal Majalla"/>
                          <a:cs typeface="Sakkal Majalla"/>
                        </a:rPr>
                        <a:t>تنظيم تقييم واعتماد وتنفيذ وتوثيق التغييرات المؤثرة على مكونات البنية المؤسسية وضمان انعكاسها على المخرجات والمستودع</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الهدف / الغرض</a:t>
                      </a:r>
                    </a:p>
                  </a:txBody>
                  <a:tcPr marL="91416" marR="91416" marT="45708" marB="45708">
                    <a:solidFill>
                      <a:schemeClr val="accent1"/>
                    </a:solidFill>
                  </a:tcPr>
                </a:tc>
                <a:extLst>
                  <a:ext uri="{0D108BD9-81ED-4DB2-BD59-A6C34878D82A}">
                    <a16:rowId xmlns:a16="http://schemas.microsoft.com/office/drawing/2014/main" val="10004"/>
                  </a:ext>
                </a:extLst>
              </a:tr>
              <a:tr h="255000">
                <a:tc>
                  <a:txBody>
                    <a:bodyPr/>
                    <a:lstStyle/>
                    <a:p>
                      <a:pPr algn="r" rtl="1"/>
                      <a:r>
                        <a:rPr sz="1200" b="0" dirty="0">
                          <a:solidFill>
                            <a:srgbClr val="1C2B4A"/>
                          </a:solidFill>
                          <a:latin typeface="Sakkal Majalla"/>
                          <a:cs typeface="Sakkal Majalla"/>
                        </a:rPr>
                        <a:t>جميع التغييرات على النماذج المعمارية والمكونات والمعايير والتوثيق وأداة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نطاق التطبيق</a:t>
                      </a:r>
                    </a:p>
                  </a:txBody>
                  <a:tcPr marL="91416" marR="91416" marT="45708" marB="45708">
                    <a:solidFill>
                      <a:schemeClr val="accent1"/>
                    </a:solidFill>
                  </a:tcPr>
                </a:tc>
                <a:extLst>
                  <a:ext uri="{0D108BD9-81ED-4DB2-BD59-A6C34878D82A}">
                    <a16:rowId xmlns:a16="http://schemas.microsoft.com/office/drawing/2014/main" val="10005"/>
                  </a:ext>
                </a:extLst>
              </a:tr>
              <a:tr h="255000">
                <a:tc>
                  <a:txBody>
                    <a:bodyPr/>
                    <a:lstStyle/>
                    <a:p>
                      <a:pPr algn="r" rtl="1"/>
                      <a:r>
                        <a:rPr sz="1200" b="0" dirty="0">
                          <a:solidFill>
                            <a:srgbClr val="1C2B4A"/>
                          </a:solidFill>
                          <a:latin typeface="Sakkal Majalla"/>
                          <a:cs typeface="Sakkal Majalla"/>
                        </a:rPr>
                        <a:t>فريق مكتب البنية المؤسسية، أصحاب المبادرات والمشاريع، الجهات المقترِحة للتغيير</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المستهدفون</a:t>
                      </a:r>
                    </a:p>
                  </a:txBody>
                  <a:tcPr marL="91416" marR="91416" marT="45708" marB="45708">
                    <a:solidFill>
                      <a:schemeClr val="accent1"/>
                    </a:solidFill>
                  </a:tcPr>
                </a:tc>
                <a:extLst>
                  <a:ext uri="{0D108BD9-81ED-4DB2-BD59-A6C34878D82A}">
                    <a16:rowId xmlns:a16="http://schemas.microsoft.com/office/drawing/2014/main" val="10006"/>
                  </a:ext>
                </a:extLst>
              </a:tr>
              <a:tr h="665000">
                <a:tc>
                  <a:txBody>
                    <a:bodyPr/>
                    <a:lstStyle/>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تقديم طلب تغيير رسمي موثق لأي تعديل جوهري على مكونات البنية المؤسسية قبل الشروع في تنفيذه.</a:t>
                      </a:r>
                    </a:p>
                    <a:p>
                      <a:pPr algn="r" rtl="1">
                        <a:lnSpc>
                          <a:spcPts val="1300"/>
                        </a:lnSpc>
                      </a:pPr>
                      <a:r>
                        <a:rPr sz="1200" b="1" dirty="0">
                          <a:solidFill>
                            <a:srgbClr val="2C1F6B"/>
                          </a:solidFill>
                          <a:latin typeface="Sakkal Majalla"/>
                          <a:cs typeface="Sakkal Majalla"/>
                        </a:rPr>
                        <a:t>لا يجوز </a:t>
                      </a:r>
                      <a:r>
                        <a:rPr sz="1200" b="0" dirty="0">
                          <a:solidFill>
                            <a:srgbClr val="1C2B4A"/>
                          </a:solidFill>
                          <a:latin typeface="Sakkal Majalla"/>
                          <a:cs typeface="Sakkal Majalla"/>
                        </a:rPr>
                        <a:t>تنفيذ أي تغيير مؤثر على البنية المؤسسية دون إجراء تقييم أثر معتمد والحصول على الاعتماد الرسمي.</a:t>
                      </a: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تحديث المخرجات والمستودع المعماري ليعكسا أي تغيير معتمد في غضون المدة المحددة في مستوى الخدمة.</a:t>
                      </a:r>
                    </a:p>
                    <a:p>
                      <a:pPr algn="r" rtl="1">
                        <a:lnSpc>
                          <a:spcPts val="1300"/>
                        </a:lnSpc>
                      </a:pPr>
                      <a:r>
                        <a:rPr sz="1200" b="1" dirty="0">
                          <a:solidFill>
                            <a:srgbClr val="2C1F6B"/>
                          </a:solidFill>
                          <a:latin typeface="Sakkal Majalla"/>
                          <a:cs typeface="Sakkal Majalla"/>
                        </a:rPr>
                        <a:t>ينبغي </a:t>
                      </a:r>
                      <a:r>
                        <a:rPr sz="1200" b="0" dirty="0">
                          <a:solidFill>
                            <a:srgbClr val="1C2B4A"/>
                          </a:solidFill>
                          <a:latin typeface="Sakkal Majalla"/>
                          <a:cs typeface="Sakkal Majalla"/>
                        </a:rPr>
                        <a:t>الاحتفاظ بسجل تغييرات كامل يشمل التاريخ والمبرر وقرار الاعتماد وحالة التنفيذ لكل تغيير.</a:t>
                      </a:r>
                    </a:p>
                    <a:p>
                      <a:pPr algn="r" rtl="1">
                        <a:lnSpc>
                          <a:spcPts val="1300"/>
                        </a:lnSpc>
                      </a:pPr>
                      <a:r>
                        <a:rPr sz="1200" b="1" dirty="0">
                          <a:solidFill>
                            <a:srgbClr val="2C1F6B"/>
                          </a:solidFill>
                          <a:latin typeface="Sakkal Majalla"/>
                          <a:cs typeface="Sakkal Majalla"/>
                        </a:rPr>
                        <a:t>لا يجوز </a:t>
                      </a:r>
                      <a:r>
                        <a:rPr sz="1200" b="0" dirty="0">
                          <a:solidFill>
                            <a:srgbClr val="1C2B4A"/>
                          </a:solidFill>
                          <a:latin typeface="Sakkal Majalla"/>
                          <a:cs typeface="Sakkal Majalla"/>
                        </a:rPr>
                        <a:t>إلغاء تغيير معتمد دون توثيق أسباب الإلغاء والرجوع إلى الجهة المعتمِدة.</a:t>
                      </a:r>
                    </a:p>
                  </a:txBody>
                  <a:tcPr marL="91416" marR="91416" marT="50000" marB="50000">
                    <a:solidFill>
                      <a:srgbClr val="EDE9F8"/>
                    </a:solidFill>
                  </a:tcPr>
                </a:tc>
                <a:tc>
                  <a:txBody>
                    <a:bodyPr/>
                    <a:lstStyle/>
                    <a:p>
                      <a:pPr algn="ctr" rtl="1"/>
                      <a:r>
                        <a:rPr lang="ar-EG" sz="1200" b="1" dirty="0">
                          <a:solidFill>
                            <a:srgbClr val="FFFFFF"/>
                          </a:solidFill>
                          <a:latin typeface="Sakkal Majalla"/>
                          <a:cs typeface="Sakkal Majalla"/>
                        </a:rPr>
                        <a:t>نص السياسة</a:t>
                      </a:r>
                      <a:endParaRPr sz="1200" b="1" dirty="0">
                        <a:solidFill>
                          <a:srgbClr val="FFFFFF"/>
                        </a:solidFill>
                        <a:latin typeface="Sakkal Majalla"/>
                        <a:cs typeface="Sakkal Majalla"/>
                      </a:endParaRPr>
                    </a:p>
                  </a:txBody>
                  <a:tcPr marL="91416" marR="91416" marT="45708" marB="45708">
                    <a:solidFill>
                      <a:srgbClr val="2C1F6B"/>
                    </a:solidFill>
                  </a:tcPr>
                </a:tc>
                <a:extLst>
                  <a:ext uri="{0D108BD9-81ED-4DB2-BD59-A6C34878D82A}">
                    <a16:rowId xmlns:a16="http://schemas.microsoft.com/office/drawing/2014/main" val="10007"/>
                  </a:ext>
                </a:extLst>
              </a:tr>
              <a:tr h="260000">
                <a:tc>
                  <a:txBody>
                    <a:bodyPr/>
                    <a:lstStyle/>
                    <a:p>
                      <a:pPr algn="r" rtl="1"/>
                      <a:r>
                        <a:rPr sz="1200" b="0" dirty="0">
                          <a:solidFill>
                            <a:srgbClr val="1C2B4A"/>
                          </a:solidFill>
                          <a:latin typeface="Sakkal Majalla"/>
                          <a:cs typeface="Sakkal Majalla"/>
                        </a:rPr>
                        <a:t>نسبة التغييرات ذات تقييم أثر موثق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التغييرات ذات اعتماد رسمي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تحديث المخرجات والمستودع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اكتمال</a:t>
                      </a:r>
                      <a:r>
                        <a:rPr sz="1200" b="0" dirty="0">
                          <a:solidFill>
                            <a:srgbClr val="1C2B4A"/>
                          </a:solidFill>
                          <a:latin typeface="Sakkal Majalla"/>
                          <a:cs typeface="Sakkal Majalla"/>
                        </a:rPr>
                        <a:t> سجل التغييرات</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معايير القياس والامتثال</a:t>
                      </a:r>
                    </a:p>
                  </a:txBody>
                  <a:tcPr marL="91416" marR="91416" marT="45708" marB="45708">
                    <a:solidFill>
                      <a:schemeClr val="accent1"/>
                    </a:solidFill>
                  </a:tcPr>
                </a:tc>
                <a:extLst>
                  <a:ext uri="{0D108BD9-81ED-4DB2-BD59-A6C34878D82A}">
                    <a16:rowId xmlns:a16="http://schemas.microsoft.com/office/drawing/2014/main" val="10008"/>
                  </a:ext>
                </a:extLst>
              </a:tr>
              <a:tr h="255000">
                <a:tc>
                  <a:txBody>
                    <a:bodyPr/>
                    <a:lstStyle/>
                    <a:p>
                      <a:pPr algn="r" rtl="0"/>
                      <a:r>
                        <a:rPr sz="1200" b="0" dirty="0">
                          <a:solidFill>
                            <a:srgbClr val="1C2B4A"/>
                          </a:solidFill>
                          <a:latin typeface="Sakkal Majalla"/>
                          <a:cs typeface="Sakkal Majalla"/>
                        </a:rPr>
                        <a:t>EA-POLC-01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تطوير</a:t>
                      </a:r>
                      <a:r>
                        <a:rPr sz="1200" b="0" dirty="0">
                          <a:solidFill>
                            <a:srgbClr val="1C2B4A"/>
                          </a:solidFill>
                          <a:latin typeface="Sakkal Majalla"/>
                          <a:cs typeface="Sakkal Majalla"/>
                        </a:rPr>
                        <a:t> البنية المؤسسية | EA-POLC-02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حوكمة</a:t>
                      </a:r>
                      <a:r>
                        <a:rPr sz="1200" b="0" dirty="0">
                          <a:solidFill>
                            <a:srgbClr val="1C2B4A"/>
                          </a:solidFill>
                          <a:latin typeface="Sakkal Majalla"/>
                          <a:cs typeface="Sakkal Majalla"/>
                        </a:rPr>
                        <a:t> البنية المؤسسية | EA-POLC-10 إدارة البيانات والمعلومات</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السياسات المرتبطة بها</a:t>
                      </a:r>
                    </a:p>
                  </a:txBody>
                  <a:tcPr marL="91416" marR="91416" marT="45708" marB="45708">
                    <a:solidFill>
                      <a:schemeClr val="accent1"/>
                    </a:solidFill>
                  </a:tcPr>
                </a:tc>
                <a:extLst>
                  <a:ext uri="{0D108BD9-81ED-4DB2-BD59-A6C34878D82A}">
                    <a16:rowId xmlns:a16="http://schemas.microsoft.com/office/drawing/2014/main" val="10009"/>
                  </a:ext>
                </a:extLst>
              </a:tr>
              <a:tr h="225000">
                <a:tc>
                  <a:txBody>
                    <a:bodyPr/>
                    <a:lstStyle/>
                    <a:p>
                      <a:pPr algn="r" rtl="1"/>
                      <a:r>
                        <a:rPr sz="1200" b="0" dirty="0">
                          <a:solidFill>
                            <a:srgbClr val="1C2B4A"/>
                          </a:solidFill>
                          <a:latin typeface="Sakkal Majalla"/>
                          <a:cs typeface="Sakkal Majalla"/>
                        </a:rPr>
                        <a:t>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المالك</a:t>
                      </a:r>
                    </a:p>
                  </a:txBody>
                  <a:tcPr marL="91416" marR="91416" marT="45708" marB="45708">
                    <a:solidFill>
                      <a:schemeClr val="accent1"/>
                    </a:solidFill>
                  </a:tcPr>
                </a:tc>
                <a:extLst>
                  <a:ext uri="{0D108BD9-81ED-4DB2-BD59-A6C34878D82A}">
                    <a16:rowId xmlns:a16="http://schemas.microsoft.com/office/drawing/2014/main" val="10010"/>
                  </a:ext>
                </a:extLst>
              </a:tr>
              <a:tr h="255000">
                <a:tc>
                  <a:txBody>
                    <a:bodyPr/>
                    <a:lstStyle/>
                    <a:p>
                      <a:pPr algn="r" rtl="1"/>
                      <a:r>
                        <a:rPr sz="1200" b="0" dirty="0">
                          <a:solidFill>
                            <a:srgbClr val="1C2B4A"/>
                          </a:solidFill>
                          <a:latin typeface="Sakkal Majalla"/>
                          <a:cs typeface="Sakkal Majalla"/>
                        </a:rPr>
                        <a:t>وفق اعتماد حوكمة البنية تليها آلية اعتماد السياسات في الهيئة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الجهة المعتمدة</a:t>
                      </a:r>
                    </a:p>
                  </a:txBody>
                  <a:tcPr marL="91416" marR="91416" marT="45708" marB="45708">
                    <a:solidFill>
                      <a:schemeClr val="accent1"/>
                    </a:solidFill>
                  </a:tcPr>
                </a:tc>
                <a:extLst>
                  <a:ext uri="{0D108BD9-81ED-4DB2-BD59-A6C34878D82A}">
                    <a16:rowId xmlns:a16="http://schemas.microsoft.com/office/drawing/2014/main" val="10011"/>
                  </a:ext>
                </a:extLst>
              </a:tr>
              <a:tr h="255000">
                <a:tc>
                  <a:txBody>
                    <a:bodyPr/>
                    <a:lstStyle/>
                    <a:p>
                      <a:pPr algn="r" rtl="0"/>
                      <a:r>
                        <a:rPr sz="1200" b="0" dirty="0">
                          <a:solidFill>
                            <a:srgbClr val="1C2B4A"/>
                          </a:solidFill>
                          <a:latin typeface="Sakkal Majalla"/>
                          <a:cs typeface="Sakkal Majalla"/>
                        </a:rPr>
                        <a:t>ITIL Change Management | TOGAF Architecture Change Management | إجراءات إدارة التغيير في الهيئة</a:t>
                      </a:r>
                    </a:p>
                  </a:txBody>
                  <a:tcPr marL="91416" marR="91416" marT="45708" marB="45708">
                    <a:solidFill>
                      <a:srgbClr val="FFFFFF"/>
                    </a:solidFill>
                  </a:tcPr>
                </a:tc>
                <a:tc>
                  <a:txBody>
                    <a:bodyPr/>
                    <a:lstStyle/>
                    <a:p>
                      <a:pPr algn="ctr" rtl="1"/>
                      <a:r>
                        <a:rPr lang="ar-EG" sz="1200" b="1" dirty="0">
                          <a:solidFill>
                            <a:srgbClr val="FFFFFF"/>
                          </a:solidFill>
                          <a:latin typeface="Sakkal Majalla"/>
                          <a:cs typeface="Sakkal Majalla"/>
                        </a:rPr>
                        <a:t>المرجعية</a:t>
                      </a:r>
                      <a:endParaRPr sz="1200" b="1" dirty="0">
                        <a:solidFill>
                          <a:srgbClr val="FFFFFF"/>
                        </a:solidFill>
                        <a:latin typeface="Sakkal Majalla"/>
                        <a:cs typeface="Sakkal Majalla"/>
                      </a:endParaRPr>
                    </a:p>
                  </a:txBody>
                  <a:tcPr marL="91416" marR="91416" marT="45708" marB="45708">
                    <a:solidFill>
                      <a:schemeClr val="accent1"/>
                    </a:solidFill>
                  </a:tcPr>
                </a:tc>
                <a:extLst>
                  <a:ext uri="{0D108BD9-81ED-4DB2-BD59-A6C34878D82A}">
                    <a16:rowId xmlns:a16="http://schemas.microsoft.com/office/drawing/2014/main" val="10012"/>
                  </a:ext>
                </a:extLst>
              </a:tr>
              <a:tr h="255000">
                <a:tc>
                  <a:txBody>
                    <a:bodyPr/>
                    <a:lstStyle/>
                    <a:p>
                      <a:pPr algn="r" rtl="1"/>
                      <a:r>
                        <a:rPr sz="1200" b="0" dirty="0">
                          <a:solidFill>
                            <a:srgbClr val="1C2B4A"/>
                          </a:solidFill>
                          <a:latin typeface="Sakkal Majalla"/>
                          <a:cs typeface="Sakkal Majalla"/>
                        </a:rPr>
                        <a:t>حسب آلية الإعفاء المعتمدة وبقرار موثق عند تعذر الالتزام</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الاستثناءات / الإعفاء</a:t>
                      </a:r>
                    </a:p>
                  </a:txBody>
                  <a:tcPr marL="91416" marR="91416" marT="45708" marB="45708">
                    <a:solidFill>
                      <a:schemeClr val="accent1"/>
                    </a:solidFill>
                  </a:tcPr>
                </a:tc>
                <a:extLst>
                  <a:ext uri="{0D108BD9-81ED-4DB2-BD59-A6C34878D82A}">
                    <a16:rowId xmlns:a16="http://schemas.microsoft.com/office/drawing/2014/main" val="10013"/>
                  </a:ext>
                </a:extLst>
              </a:tr>
              <a:tr h="265000">
                <a:tc>
                  <a:txBody>
                    <a:bodyPr/>
                    <a:lstStyle/>
                    <a:p>
                      <a:pPr algn="r" rtl="1"/>
                      <a:r>
                        <a:rPr sz="1200" b="0" dirty="0">
                          <a:solidFill>
                            <a:srgbClr val="1C2B4A"/>
                          </a:solidFill>
                          <a:latin typeface="Sakkal Majalla"/>
                          <a:cs typeface="Sakkal Majalla"/>
                        </a:rPr>
                        <a:t>التغيير غير المعتمد مخالفة معمارية تُعالَج وفق </a:t>
                      </a:r>
                      <a:r>
                        <a:rPr sz="1200" b="0" dirty="0" err="1">
                          <a:solidFill>
                            <a:srgbClr val="1C2B4A"/>
                          </a:solidFill>
                          <a:latin typeface="Sakkal Majalla"/>
                          <a:cs typeface="Sakkal Majalla"/>
                        </a:rPr>
                        <a:t>الحوكمة</a:t>
                      </a:r>
                      <a:r>
                        <a:rPr sz="1200" b="0" dirty="0">
                          <a:solidFill>
                            <a:srgbClr val="1C2B4A"/>
                          </a:solidFill>
                          <a:latin typeface="Sakkal Majalla"/>
                          <a:cs typeface="Sakkal Majalla"/>
                        </a:rPr>
                        <a:t>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تقفل</a:t>
                      </a:r>
                      <a:r>
                        <a:rPr sz="1200" b="0" dirty="0">
                          <a:solidFill>
                            <a:srgbClr val="1C2B4A"/>
                          </a:solidFill>
                          <a:latin typeface="Sakkal Majalla"/>
                          <a:cs typeface="Sakkal Majalla"/>
                        </a:rPr>
                        <a:t> الفجوة خلال (10) أيام عمل</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تبعات عدم الامتثال</a:t>
                      </a:r>
                    </a:p>
                  </a:txBody>
                  <a:tcPr marL="91416" marR="91416" marT="45708" marB="45708">
                    <a:solidFill>
                      <a:schemeClr val="accent1"/>
                    </a:solidFill>
                  </a:tcPr>
                </a:tc>
                <a:extLst>
                  <a:ext uri="{0D108BD9-81ED-4DB2-BD59-A6C34878D82A}">
                    <a16:rowId xmlns:a16="http://schemas.microsoft.com/office/drawing/2014/main" val="10014"/>
                  </a:ext>
                </a:extLst>
              </a:tr>
              <a:tr h="255000">
                <a:tc>
                  <a:txBody>
                    <a:bodyPr/>
                    <a:lstStyle/>
                    <a:p>
                      <a:pPr algn="r" rtl="1"/>
                      <a:r>
                        <a:rPr sz="1200" b="0" dirty="0">
                          <a:solidFill>
                            <a:srgbClr val="1C2B4A"/>
                          </a:solidFill>
                          <a:latin typeface="Sakkal Majalla"/>
                          <a:cs typeface="Sakkal Majalla"/>
                        </a:rPr>
                        <a:t>الدورية: عند الحاجة مع مراجعة دورية للفعالية | المسؤول: مدير 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آلية المراجعة والتحديث</a:t>
                      </a:r>
                    </a:p>
                  </a:txBody>
                  <a:tcPr marL="91416" marR="91416" marT="45708" marB="45708">
                    <a:solidFill>
                      <a:schemeClr val="accent1"/>
                    </a:solidFill>
                  </a:tcPr>
                </a:tc>
                <a:extLst>
                  <a:ext uri="{0D108BD9-81ED-4DB2-BD59-A6C34878D82A}">
                    <a16:rowId xmlns:a16="http://schemas.microsoft.com/office/drawing/2014/main" val="10015"/>
                  </a:ext>
                </a:extLst>
              </a:tr>
              <a:tr h="290000">
                <a:tc>
                  <a:txBody>
                    <a:bodyPr/>
                    <a:lstStyle/>
                    <a:p>
                      <a:pPr algn="r" rtl="1"/>
                      <a:r>
                        <a:rPr sz="1100" b="0" dirty="0">
                          <a:solidFill>
                            <a:srgbClr val="1C2B4A"/>
                          </a:solidFill>
                          <a:latin typeface="Sakkal Majalla"/>
                          <a:cs typeface="Sakkal Majalla"/>
                        </a:rPr>
                        <a:t>تقييم أثر التغيير في البنية المؤسسية | تحديث البنية المؤسسية | إدارة أداة البنية المؤسسية | تحديث اطار عمل البنية المؤسسية</a:t>
                      </a:r>
                    </a:p>
                  </a:txBody>
                  <a:tcPr marL="91416" marR="91416" marT="45708" marB="45708">
                    <a:solidFill>
                      <a:srgbClr val="EEF2FF"/>
                    </a:solidFill>
                  </a:tcPr>
                </a:tc>
                <a:tc>
                  <a:txBody>
                    <a:bodyPr/>
                    <a:lstStyle/>
                    <a:p>
                      <a:pPr algn="ctr" rtl="1"/>
                      <a:r>
                        <a:rPr sz="1200" b="1" dirty="0">
                          <a:solidFill>
                            <a:srgbClr val="FFFFFF"/>
                          </a:solidFill>
                          <a:latin typeface="Sakkal Majalla"/>
                          <a:cs typeface="Sakkal Majalla"/>
                        </a:rPr>
                        <a:t>الإجراءات المرتبطة</a:t>
                      </a:r>
                    </a:p>
                  </a:txBody>
                  <a:tcPr marL="91416" marR="91416" marT="45708" marB="45708">
                    <a:solidFill>
                      <a:srgbClr val="1E40AF"/>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1674658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021DD-E7C4-2162-633A-38DAAEA04F63}"/>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8EBBE351-5213-6619-E7E6-D6BD262C2A95}"/>
              </a:ext>
            </a:extLst>
          </p:cNvPr>
          <p:cNvSpPr txBox="1"/>
          <p:nvPr/>
        </p:nvSpPr>
        <p:spPr>
          <a:xfrm>
            <a:off x="834812" y="6394893"/>
            <a:ext cx="6096016" cy="307697"/>
          </a:xfrm>
          <a:prstGeom prst="rect">
            <a:avLst/>
          </a:prstGeom>
          <a:noFill/>
        </p:spPr>
        <p:txBody>
          <a:bodyPr wrap="square">
            <a:spAutoFit/>
          </a:bodyPr>
          <a:lstStyle/>
          <a:p>
            <a:pPr defTabSz="914126"/>
            <a:fld id="{008E1BDA-5E07-414A-8101-29DABEB15B19}" type="slidenum">
              <a:rPr lang="en-SA" sz="1400" b="1">
                <a:solidFill>
                  <a:srgbClr val="4C3C8D"/>
                </a:solidFill>
                <a:latin typeface="Sakkal Majalla"/>
                <a:cs typeface="Sakkal Majalla"/>
              </a:rPr>
              <a:pPr defTabSz="914126"/>
              <a:t>14</a:t>
            </a:fld>
            <a:endParaRPr lang="en-US" sz="1400" b="1" dirty="0">
              <a:solidFill>
                <a:srgbClr val="4C3C8D"/>
              </a:solidFill>
              <a:latin typeface="Sakkal Majalla"/>
              <a:cs typeface="Sakkal Majalla"/>
            </a:endParaRPr>
          </a:p>
        </p:txBody>
      </p:sp>
      <p:sp>
        <p:nvSpPr>
          <p:cNvPr id="2" name="Title 1">
            <a:extLst>
              <a:ext uri="{FF2B5EF4-FFF2-40B4-BE49-F238E27FC236}">
                <a16:creationId xmlns:a16="http://schemas.microsoft.com/office/drawing/2014/main" id="{A2F93B81-0468-1E03-C245-A694834926C6}"/>
              </a:ext>
            </a:extLst>
          </p:cNvPr>
          <p:cNvSpPr txBox="1">
            <a:spLocks/>
          </p:cNvSpPr>
          <p:nvPr/>
        </p:nvSpPr>
        <p:spPr>
          <a:xfrm>
            <a:off x="1875621" y="280000"/>
            <a:ext cx="9476811" cy="820000"/>
          </a:xfrm>
          <a:prstGeom prst="rect">
            <a:avLst/>
          </a:prstGeom>
        </p:spPr>
        <p:txBody>
          <a:bodyPr vert="horz" lIns="91416" tIns="45708" rIns="0" bIns="45708" rtlCol="0" anchor="ctr" anchorCtr="0">
            <a:normAutofit/>
          </a:bodyPr>
          <a:lstStyle>
            <a:lvl1pPr algn="r" defTabSz="914400" rtl="1" eaLnBrk="1" latinLnBrk="0" hangingPunct="1">
              <a:lnSpc>
                <a:spcPct val="100000"/>
              </a:lnSpc>
              <a:spcBef>
                <a:spcPct val="0"/>
              </a:spcBef>
              <a:buNone/>
              <a:defRPr sz="1500" b="1" kern="1200">
                <a:solidFill>
                  <a:schemeClr val="accent1"/>
                </a:solidFill>
                <a:latin typeface="+mj-lt"/>
                <a:ea typeface="+mj-ea"/>
                <a:cs typeface="+mj-cs"/>
              </a:defRPr>
            </a:lvl1pPr>
          </a:lstStyle>
          <a:p>
            <a:pPr defTabSz="914126"/>
            <a:r>
              <a:rPr lang="en-US" sz="1500" dirty="0">
                <a:solidFill>
                  <a:srgbClr val="4C3C8D"/>
                </a:solidFill>
                <a:latin typeface="Sakkal Majalla"/>
                <a:cs typeface="Sakkal Majalla"/>
              </a:rPr>
              <a:t> </a:t>
            </a:r>
            <a:r>
              <a:rPr lang="ar-SA" sz="1500" dirty="0">
                <a:solidFill>
                  <a:srgbClr val="4C3C8D"/>
                </a:solidFill>
                <a:latin typeface="Sakkal Majalla"/>
                <a:cs typeface="Sakkal Majalla"/>
              </a:rPr>
              <a:t>بطاقة </a:t>
            </a:r>
            <a:r>
              <a:rPr lang="ar-EG" sz="1500" dirty="0">
                <a:solidFill>
                  <a:srgbClr val="4C3C8D"/>
                </a:solidFill>
                <a:latin typeface="Sakkal Majalla"/>
                <a:cs typeface="Sakkal Majalla"/>
              </a:rPr>
              <a:t>السياسة</a:t>
            </a:r>
            <a:r>
              <a:rPr lang="ar-SA" sz="1500" dirty="0">
                <a:solidFill>
                  <a:srgbClr val="4C3C8D"/>
                </a:solidFill>
                <a:latin typeface="Sakkal Majalla"/>
                <a:cs typeface="Sakkal Majalla"/>
              </a:rPr>
              <a:t> </a:t>
            </a:r>
            <a:r>
              <a:rPr lang="ar-EG" sz="1500" dirty="0">
                <a:solidFill>
                  <a:srgbClr val="4C3C8D"/>
                </a:solidFill>
                <a:latin typeface="Sakkal Majalla"/>
                <a:cs typeface="Sakkal Majalla"/>
              </a:rPr>
              <a:t>"</a:t>
            </a:r>
            <a:r>
              <a:rPr lang="en-US" sz="1500" dirty="0">
                <a:solidFill>
                  <a:srgbClr val="4C3C8D"/>
                </a:solidFill>
                <a:latin typeface="Sakkal Majalla"/>
                <a:cs typeface="Sakkal Majalla"/>
              </a:rPr>
              <a:t>EA-POLC-04</a:t>
            </a:r>
            <a:r>
              <a:rPr lang="ar-EG" sz="1500" dirty="0">
                <a:solidFill>
                  <a:srgbClr val="4C3C8D"/>
                </a:solidFill>
                <a:latin typeface="Sakkal Majalla"/>
                <a:cs typeface="Sakkal Majalla"/>
              </a:rPr>
              <a:t>: سياسة التواصل والتوعية بالبنية المؤسسية</a:t>
            </a:r>
            <a:r>
              <a:rPr lang="ar-SA" sz="1500" dirty="0">
                <a:solidFill>
                  <a:srgbClr val="4C3C8D"/>
                </a:solidFill>
                <a:latin typeface="Sakkal Majalla"/>
                <a:cs typeface="Sakkal Majalla"/>
              </a:rPr>
              <a:t>"</a:t>
            </a:r>
          </a:p>
        </p:txBody>
      </p:sp>
      <p:graphicFrame>
        <p:nvGraphicFramePr>
          <p:cNvPr id="3" name="Table 2">
            <a:extLst>
              <a:ext uri="{FF2B5EF4-FFF2-40B4-BE49-F238E27FC236}">
                <a16:creationId xmlns:a16="http://schemas.microsoft.com/office/drawing/2014/main" id="{75CAD565-F87E-FF37-9706-008EE732A22F}"/>
              </a:ext>
            </a:extLst>
          </p:cNvPr>
          <p:cNvGraphicFramePr>
            <a:graphicFrameLocks noGrp="1"/>
          </p:cNvGraphicFramePr>
          <p:nvPr>
            <p:extLst>
              <p:ext uri="{D42A27DB-BD31-4B8C-83A1-F6EECF244321}">
                <p14:modId xmlns:p14="http://schemas.microsoft.com/office/powerpoint/2010/main" val="2086863462"/>
              </p:ext>
            </p:extLst>
          </p:nvPr>
        </p:nvGraphicFramePr>
        <p:xfrm>
          <a:off x="659143" y="971187"/>
          <a:ext cx="10889752" cy="5395345"/>
        </p:xfrm>
        <a:graphic>
          <a:graphicData uri="http://schemas.openxmlformats.org/drawingml/2006/table">
            <a:tbl>
              <a:tblPr firstRow="1" bandRow="1">
                <a:tableStyleId>{5C22544A-7EE6-4342-B048-85BDC9FD1C3A}</a:tableStyleId>
              </a:tblPr>
              <a:tblGrid>
                <a:gridCol w="8790725">
                  <a:extLst>
                    <a:ext uri="{9D8B030D-6E8A-4147-A177-3AD203B41FA5}">
                      <a16:colId xmlns:a16="http://schemas.microsoft.com/office/drawing/2014/main" val="20000"/>
                    </a:ext>
                  </a:extLst>
                </a:gridCol>
                <a:gridCol w="2099027">
                  <a:extLst>
                    <a:ext uri="{9D8B030D-6E8A-4147-A177-3AD203B41FA5}">
                      <a16:colId xmlns:a16="http://schemas.microsoft.com/office/drawing/2014/main" val="20001"/>
                    </a:ext>
                  </a:extLst>
                </a:gridCol>
              </a:tblGrid>
              <a:tr h="255000">
                <a:tc>
                  <a:txBody>
                    <a:bodyPr/>
                    <a:lstStyle/>
                    <a:p>
                      <a:pPr algn="ctr" rtl="1"/>
                      <a:r>
                        <a:rPr sz="1600" b="1" dirty="0">
                          <a:solidFill>
                            <a:srgbClr val="FFFFFF"/>
                          </a:solidFill>
                          <a:latin typeface="Sakkal Majalla"/>
                          <a:cs typeface="Sakkal Majalla"/>
                        </a:rPr>
                        <a:t>المحتوى</a:t>
                      </a:r>
                    </a:p>
                  </a:txBody>
                  <a:tcPr marL="91416" marR="91416" marT="45708" marB="45708">
                    <a:solidFill>
                      <a:schemeClr val="accent1"/>
                    </a:solidFill>
                  </a:tcPr>
                </a:tc>
                <a:tc>
                  <a:txBody>
                    <a:bodyPr/>
                    <a:lstStyle/>
                    <a:p>
                      <a:pPr algn="ctr" rtl="1"/>
                      <a:r>
                        <a:rPr sz="1600" b="1" dirty="0">
                          <a:solidFill>
                            <a:srgbClr val="FFFFFF"/>
                          </a:solidFill>
                          <a:latin typeface="Sakkal Majalla"/>
                          <a:cs typeface="Sakkal Majalla"/>
                        </a:rPr>
                        <a:t>البند</a:t>
                      </a:r>
                    </a:p>
                  </a:txBody>
                  <a:tcPr marL="91416" marR="91416" marT="45708" marB="45708">
                    <a:solidFill>
                      <a:schemeClr val="accent1"/>
                    </a:solidFill>
                  </a:tcPr>
                </a:tc>
                <a:extLst>
                  <a:ext uri="{0D108BD9-81ED-4DB2-BD59-A6C34878D82A}">
                    <a16:rowId xmlns:a16="http://schemas.microsoft.com/office/drawing/2014/main" val="10000"/>
                  </a:ext>
                </a:extLst>
              </a:tr>
              <a:tr h="235000">
                <a:tc>
                  <a:txBody>
                    <a:bodyPr/>
                    <a:lstStyle/>
                    <a:p>
                      <a:pPr algn="r" rtl="1"/>
                      <a:r>
                        <a:rPr sz="1200" b="0" dirty="0">
                          <a:solidFill>
                            <a:srgbClr val="1C2B4A"/>
                          </a:solidFill>
                          <a:latin typeface="Sakkal Majalla"/>
                          <a:cs typeface="Sakkal Majalla"/>
                        </a:rPr>
                        <a:t>سياسة التواصل والتوعية بالبنية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اسم السياسة</a:t>
                      </a:r>
                    </a:p>
                  </a:txBody>
                  <a:tcPr marL="91416" marR="91416" marT="45708" marB="45708">
                    <a:solidFill>
                      <a:schemeClr val="accent1"/>
                    </a:solidFill>
                  </a:tcPr>
                </a:tc>
                <a:extLst>
                  <a:ext uri="{0D108BD9-81ED-4DB2-BD59-A6C34878D82A}">
                    <a16:rowId xmlns:a16="http://schemas.microsoft.com/office/drawing/2014/main" val="10001"/>
                  </a:ext>
                </a:extLst>
              </a:tr>
              <a:tr h="225000">
                <a:tc>
                  <a:txBody>
                    <a:bodyPr/>
                    <a:lstStyle/>
                    <a:p>
                      <a:pPr algn="r" rtl="1"/>
                      <a:r>
                        <a:rPr sz="1200" b="0" dirty="0">
                          <a:solidFill>
                            <a:srgbClr val="1C2B4A"/>
                          </a:solidFill>
                          <a:latin typeface="Sakkal Majalla"/>
                          <a:cs typeface="Sakkal Majalla"/>
                        </a:rPr>
                        <a:t>EA-POLC-04</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رمز السياسة</a:t>
                      </a:r>
                    </a:p>
                  </a:txBody>
                  <a:tcPr marL="91416" marR="91416" marT="45708" marB="45708">
                    <a:solidFill>
                      <a:schemeClr val="accent1"/>
                    </a:solidFill>
                  </a:tcPr>
                </a:tc>
                <a:extLst>
                  <a:ext uri="{0D108BD9-81ED-4DB2-BD59-A6C34878D82A}">
                    <a16:rowId xmlns:a16="http://schemas.microsoft.com/office/drawing/2014/main" val="10002"/>
                  </a:ext>
                </a:extLst>
              </a:tr>
              <a:tr h="265000">
                <a:tc>
                  <a:txBody>
                    <a:bodyPr/>
                    <a:lstStyle/>
                    <a:p>
                      <a:pPr algn="r" rtl="1"/>
                      <a:r>
                        <a:rPr sz="1200" b="0" dirty="0">
                          <a:solidFill>
                            <a:srgbClr val="1C2B4A"/>
                          </a:solidFill>
                          <a:latin typeface="Sakkal Majalla"/>
                          <a:cs typeface="Sakkal Majalla"/>
                        </a:rPr>
                        <a:t>تنظم هذه السياسة أنشطة التوعية والتدريب والتواصل المرتبطة بممارسة البنية المؤسسية بهدف تعزيز الفهم والتبني وبناء القدرات المؤسسية اللازمة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وصف السياسة</a:t>
                      </a:r>
                    </a:p>
                  </a:txBody>
                  <a:tcPr marL="91416" marR="91416" marT="45708" marB="45708">
                    <a:solidFill>
                      <a:schemeClr val="accent1"/>
                    </a:solidFill>
                  </a:tcPr>
                </a:tc>
                <a:extLst>
                  <a:ext uri="{0D108BD9-81ED-4DB2-BD59-A6C34878D82A}">
                    <a16:rowId xmlns:a16="http://schemas.microsoft.com/office/drawing/2014/main" val="10003"/>
                  </a:ext>
                </a:extLst>
              </a:tr>
              <a:tr h="265000">
                <a:tc>
                  <a:txBody>
                    <a:bodyPr/>
                    <a:lstStyle/>
                    <a:p>
                      <a:pPr algn="r" rtl="1"/>
                      <a:r>
                        <a:rPr sz="1200" b="0" dirty="0">
                          <a:solidFill>
                            <a:srgbClr val="1C2B4A"/>
                          </a:solidFill>
                          <a:latin typeface="Sakkal Majalla"/>
                          <a:cs typeface="Sakkal Majalla"/>
                        </a:rPr>
                        <a:t>تنظيم أنشطة التوعية والتدريب والتواصل لتعزيز فهم الممارسة وتبنيها وبناء القدرات الداعمة لتطبيقها</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الهدف / الغرض</a:t>
                      </a:r>
                    </a:p>
                  </a:txBody>
                  <a:tcPr marL="91416" marR="91416" marT="45708" marB="45708">
                    <a:solidFill>
                      <a:schemeClr val="accent1"/>
                    </a:solidFill>
                  </a:tcPr>
                </a:tc>
                <a:extLst>
                  <a:ext uri="{0D108BD9-81ED-4DB2-BD59-A6C34878D82A}">
                    <a16:rowId xmlns:a16="http://schemas.microsoft.com/office/drawing/2014/main" val="10004"/>
                  </a:ext>
                </a:extLst>
              </a:tr>
              <a:tr h="255000">
                <a:tc>
                  <a:txBody>
                    <a:bodyPr/>
                    <a:lstStyle/>
                    <a:p>
                      <a:pPr algn="r" rtl="1"/>
                      <a:r>
                        <a:rPr sz="1200" b="0" dirty="0">
                          <a:solidFill>
                            <a:srgbClr val="1C2B4A"/>
                          </a:solidFill>
                          <a:latin typeface="Sakkal Majalla"/>
                          <a:cs typeface="Sakkal Majalla"/>
                        </a:rPr>
                        <a:t>جميع الأنشطة التوعوية والتدريبية والتواصلية المرتبطة بممارسة البنية المؤسسية داخل الهيئة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نطاق التطبيق</a:t>
                      </a:r>
                    </a:p>
                  </a:txBody>
                  <a:tcPr marL="91416" marR="91416" marT="45708" marB="45708">
                    <a:solidFill>
                      <a:schemeClr val="accent1"/>
                    </a:solidFill>
                  </a:tcPr>
                </a:tc>
                <a:extLst>
                  <a:ext uri="{0D108BD9-81ED-4DB2-BD59-A6C34878D82A}">
                    <a16:rowId xmlns:a16="http://schemas.microsoft.com/office/drawing/2014/main" val="10005"/>
                  </a:ext>
                </a:extLst>
              </a:tr>
              <a:tr h="255000">
                <a:tc>
                  <a:txBody>
                    <a:bodyPr/>
                    <a:lstStyle/>
                    <a:p>
                      <a:pPr algn="r" rtl="1"/>
                      <a:r>
                        <a:rPr sz="1200" b="0" dirty="0">
                          <a:solidFill>
                            <a:srgbClr val="1C2B4A"/>
                          </a:solidFill>
                          <a:latin typeface="Sakkal Majalla"/>
                          <a:cs typeface="Sakkal Majalla"/>
                        </a:rPr>
                        <a:t>القيادات التنفيذية، الإدارات، فرق المشاريع، المختصون في تقنية المعلومات والأعمال</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المستهدفون</a:t>
                      </a:r>
                    </a:p>
                  </a:txBody>
                  <a:tcPr marL="91416" marR="91416" marT="45708" marB="45708">
                    <a:solidFill>
                      <a:schemeClr val="accent1"/>
                    </a:solidFill>
                  </a:tcPr>
                </a:tc>
                <a:extLst>
                  <a:ext uri="{0D108BD9-81ED-4DB2-BD59-A6C34878D82A}">
                    <a16:rowId xmlns:a16="http://schemas.microsoft.com/office/drawing/2014/main" val="10006"/>
                  </a:ext>
                </a:extLst>
              </a:tr>
              <a:tr h="665000">
                <a:tc>
                  <a:txBody>
                    <a:bodyPr/>
                    <a:lstStyle/>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إعداد خطة سنوية للتوعية والتدريب بالبنية المؤسسية واعتمادها </a:t>
                      </a:r>
                      <a:r>
                        <a:rPr sz="1200" b="0" dirty="0" err="1">
                          <a:solidFill>
                            <a:srgbClr val="1C2B4A"/>
                          </a:solidFill>
                          <a:latin typeface="Sakkal Majalla"/>
                          <a:cs typeface="Sakkal Majalla"/>
                        </a:rPr>
                        <a:t>قبل</a:t>
                      </a:r>
                      <a:r>
                        <a:rPr sz="1200" b="0" dirty="0">
                          <a:solidFill>
                            <a:srgbClr val="1C2B4A"/>
                          </a:solidFill>
                          <a:latin typeface="Sakkal Majalla"/>
                          <a:cs typeface="Sakkal Majalla"/>
                        </a:rPr>
                        <a:t> بدء التنفيذ.</a:t>
                      </a:r>
                    </a:p>
                    <a:p>
                      <a:pPr algn="r" rtl="1">
                        <a:lnSpc>
                          <a:spcPts val="1300"/>
                        </a:lnSpc>
                      </a:pPr>
                      <a:r>
                        <a:rPr sz="1200" b="1" dirty="0">
                          <a:solidFill>
                            <a:srgbClr val="2C1F6B"/>
                          </a:solidFill>
                          <a:latin typeface="Sakkal Majalla"/>
                          <a:cs typeface="Sakkal Majalla"/>
                        </a:rPr>
                        <a:t>لا يجوز </a:t>
                      </a:r>
                      <a:r>
                        <a:rPr sz="1200" b="0" dirty="0">
                          <a:solidFill>
                            <a:srgbClr val="1C2B4A"/>
                          </a:solidFill>
                          <a:latin typeface="Sakkal Majalla"/>
                          <a:cs typeface="Sakkal Majalla"/>
                        </a:rPr>
                        <a:t>تنفيذ أنشطة توعوية أو تدريبية تتعلق بالبنية المؤسسية خارج القنوات الرسمية أو دون تخطيط مسبق معتمد.</a:t>
                      </a: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توثيق جميع الأنشطة التوعوية والتدريبية وحفظ سجلات الحضور والمواد في المستودع المعتمد.</a:t>
                      </a:r>
                    </a:p>
                    <a:p>
                      <a:pPr algn="r" rtl="1">
                        <a:lnSpc>
                          <a:spcPts val="1300"/>
                        </a:lnSpc>
                      </a:pPr>
                      <a:r>
                        <a:rPr sz="1200" b="1" dirty="0">
                          <a:solidFill>
                            <a:srgbClr val="2C1F6B"/>
                          </a:solidFill>
                          <a:latin typeface="Sakkal Majalla"/>
                          <a:cs typeface="Sakkal Majalla"/>
                        </a:rPr>
                        <a:t>ينبغي </a:t>
                      </a:r>
                      <a:r>
                        <a:rPr sz="1200" b="0" dirty="0">
                          <a:solidFill>
                            <a:srgbClr val="1C2B4A"/>
                          </a:solidFill>
                          <a:latin typeface="Sakkal Majalla"/>
                          <a:cs typeface="Sakkal Majalla"/>
                        </a:rPr>
                        <a:t>تصميم برامج التوعية والتدريب وفق احتياجات الفئات المستهدفة ومستوياتها المختلفة.</a:t>
                      </a: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تقييم فاعلية البرامج التوعوية والتدريبية بصفة دورية وتحديثها وفق نتائج التقييم.</a:t>
                      </a:r>
                    </a:p>
                  </a:txBody>
                  <a:tcPr marL="91416" marR="91416" marT="50000" marB="50000">
                    <a:solidFill>
                      <a:srgbClr val="EDE9F8"/>
                    </a:solidFill>
                  </a:tcPr>
                </a:tc>
                <a:tc>
                  <a:txBody>
                    <a:bodyPr/>
                    <a:lstStyle/>
                    <a:p>
                      <a:pPr algn="ctr" rtl="1"/>
                      <a:r>
                        <a:rPr lang="ar-EG" sz="1200" b="1" dirty="0">
                          <a:solidFill>
                            <a:srgbClr val="FFFFFF"/>
                          </a:solidFill>
                          <a:latin typeface="Sakkal Majalla"/>
                          <a:cs typeface="Sakkal Majalla"/>
                        </a:rPr>
                        <a:t>نص السياسة</a:t>
                      </a:r>
                      <a:endParaRPr sz="1200" b="1" dirty="0">
                        <a:solidFill>
                          <a:srgbClr val="FFFFFF"/>
                        </a:solidFill>
                        <a:latin typeface="Sakkal Majalla"/>
                        <a:cs typeface="Sakkal Majalla"/>
                      </a:endParaRPr>
                    </a:p>
                  </a:txBody>
                  <a:tcPr marL="91416" marR="91416" marT="45708" marB="45708">
                    <a:solidFill>
                      <a:srgbClr val="2C1F6B"/>
                    </a:solidFill>
                  </a:tcPr>
                </a:tc>
                <a:extLst>
                  <a:ext uri="{0D108BD9-81ED-4DB2-BD59-A6C34878D82A}">
                    <a16:rowId xmlns:a16="http://schemas.microsoft.com/office/drawing/2014/main" val="10007"/>
                  </a:ext>
                </a:extLst>
              </a:tr>
              <a:tr h="260000">
                <a:tc>
                  <a:txBody>
                    <a:bodyPr/>
                    <a:lstStyle/>
                    <a:p>
                      <a:pPr algn="r" rtl="1"/>
                      <a:r>
                        <a:rPr sz="1200" b="0" dirty="0">
                          <a:solidFill>
                            <a:srgbClr val="1C2B4A"/>
                          </a:solidFill>
                          <a:latin typeface="Sakkal Majalla"/>
                          <a:cs typeface="Sakkal Majalla"/>
                        </a:rPr>
                        <a:t>نسبة تنفيذ الخطة ضمن الفترة المحددة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عدد</a:t>
                      </a:r>
                      <a:r>
                        <a:rPr sz="1200" b="0" dirty="0">
                          <a:solidFill>
                            <a:srgbClr val="1C2B4A"/>
                          </a:solidFill>
                          <a:latin typeface="Sakkal Majalla"/>
                          <a:cs typeface="Sakkal Majalla"/>
                        </a:rPr>
                        <a:t> الأنشطة المنفذة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توثيق الأنشطة والحضور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حفظ المخرجات التدريبية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معايير القياس والامتثال</a:t>
                      </a:r>
                    </a:p>
                  </a:txBody>
                  <a:tcPr marL="91416" marR="91416" marT="45708" marB="45708">
                    <a:solidFill>
                      <a:schemeClr val="accent1"/>
                    </a:solidFill>
                  </a:tcPr>
                </a:tc>
                <a:extLst>
                  <a:ext uri="{0D108BD9-81ED-4DB2-BD59-A6C34878D82A}">
                    <a16:rowId xmlns:a16="http://schemas.microsoft.com/office/drawing/2014/main" val="10008"/>
                  </a:ext>
                </a:extLst>
              </a:tr>
              <a:tr h="255000">
                <a:tc>
                  <a:txBody>
                    <a:bodyPr/>
                    <a:lstStyle/>
                    <a:p>
                      <a:pPr algn="r" rtl="0"/>
                      <a:r>
                        <a:rPr sz="1200" b="0" dirty="0">
                          <a:solidFill>
                            <a:srgbClr val="1C2B4A"/>
                          </a:solidFill>
                          <a:latin typeface="Sakkal Majalla"/>
                          <a:cs typeface="Sakkal Majalla"/>
                        </a:rPr>
                        <a:t>EA-POLC-06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تقييم</a:t>
                      </a:r>
                      <a:r>
                        <a:rPr sz="1200" b="0" dirty="0">
                          <a:solidFill>
                            <a:srgbClr val="1C2B4A"/>
                          </a:solidFill>
                          <a:latin typeface="Sakkal Majalla"/>
                          <a:cs typeface="Sakkal Majalla"/>
                        </a:rPr>
                        <a:t> الأداء | EA-POLC-08 المشاركة وتبادل المعرفة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السياسات المرتبطة بها</a:t>
                      </a:r>
                    </a:p>
                  </a:txBody>
                  <a:tcPr marL="91416" marR="91416" marT="45708" marB="45708">
                    <a:solidFill>
                      <a:schemeClr val="accent1"/>
                    </a:solidFill>
                  </a:tcPr>
                </a:tc>
                <a:extLst>
                  <a:ext uri="{0D108BD9-81ED-4DB2-BD59-A6C34878D82A}">
                    <a16:rowId xmlns:a16="http://schemas.microsoft.com/office/drawing/2014/main" val="10009"/>
                  </a:ext>
                </a:extLst>
              </a:tr>
              <a:tr h="225000">
                <a:tc>
                  <a:txBody>
                    <a:bodyPr/>
                    <a:lstStyle/>
                    <a:p>
                      <a:pPr algn="r" rtl="1"/>
                      <a:r>
                        <a:rPr sz="1200" b="0" dirty="0">
                          <a:solidFill>
                            <a:srgbClr val="1C2B4A"/>
                          </a:solidFill>
                          <a:latin typeface="Sakkal Majalla"/>
                          <a:cs typeface="Sakkal Majalla"/>
                        </a:rPr>
                        <a:t>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المالك</a:t>
                      </a:r>
                    </a:p>
                  </a:txBody>
                  <a:tcPr marL="91416" marR="91416" marT="45708" marB="45708">
                    <a:solidFill>
                      <a:schemeClr val="accent1"/>
                    </a:solidFill>
                  </a:tcPr>
                </a:tc>
                <a:extLst>
                  <a:ext uri="{0D108BD9-81ED-4DB2-BD59-A6C34878D82A}">
                    <a16:rowId xmlns:a16="http://schemas.microsoft.com/office/drawing/2014/main" val="10010"/>
                  </a:ext>
                </a:extLst>
              </a:tr>
              <a:tr h="255000">
                <a:tc>
                  <a:txBody>
                    <a:bodyPr/>
                    <a:lstStyle/>
                    <a:p>
                      <a:pPr algn="r" rtl="1"/>
                      <a:r>
                        <a:rPr sz="1200" b="0" dirty="0">
                          <a:solidFill>
                            <a:srgbClr val="1C2B4A"/>
                          </a:solidFill>
                          <a:latin typeface="Sakkal Majalla"/>
                          <a:cs typeface="Sakkal Majalla"/>
                        </a:rPr>
                        <a:t>وفق اعتماد حوكمة البنية تليها آلية اعتماد السياسات في الهيئة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الجهة المعتمدة</a:t>
                      </a:r>
                    </a:p>
                  </a:txBody>
                  <a:tcPr marL="91416" marR="91416" marT="45708" marB="45708">
                    <a:solidFill>
                      <a:schemeClr val="accent1"/>
                    </a:solidFill>
                  </a:tcPr>
                </a:tc>
                <a:extLst>
                  <a:ext uri="{0D108BD9-81ED-4DB2-BD59-A6C34878D82A}">
                    <a16:rowId xmlns:a16="http://schemas.microsoft.com/office/drawing/2014/main" val="10011"/>
                  </a:ext>
                </a:extLst>
              </a:tr>
              <a:tr h="255000">
                <a:tc>
                  <a:txBody>
                    <a:bodyPr/>
                    <a:lstStyle/>
                    <a:p>
                      <a:pPr algn="r" rtl="1"/>
                      <a:r>
                        <a:rPr sz="1200" b="0" dirty="0">
                          <a:solidFill>
                            <a:srgbClr val="1C2B4A"/>
                          </a:solidFill>
                          <a:latin typeface="Sakkal Majalla"/>
                          <a:cs typeface="Sakkal Majalla"/>
                        </a:rPr>
                        <a:t>إطار إدارة التغيير المؤسسي | إطار بناء القدرات الوطني | سياسات التدريب في الهيئة</a:t>
                      </a:r>
                    </a:p>
                  </a:txBody>
                  <a:tcPr marL="91416" marR="91416" marT="45708" marB="45708">
                    <a:solidFill>
                      <a:srgbClr val="FFFFFF"/>
                    </a:solidFill>
                  </a:tcPr>
                </a:tc>
                <a:tc>
                  <a:txBody>
                    <a:bodyPr/>
                    <a:lstStyle/>
                    <a:p>
                      <a:pPr algn="ctr" rtl="1"/>
                      <a:r>
                        <a:rPr lang="ar-EG" sz="1200" b="1" dirty="0">
                          <a:solidFill>
                            <a:srgbClr val="FFFFFF"/>
                          </a:solidFill>
                          <a:latin typeface="Sakkal Majalla"/>
                          <a:cs typeface="Sakkal Majalla"/>
                        </a:rPr>
                        <a:t>المرجعية</a:t>
                      </a:r>
                      <a:endParaRPr sz="1200" b="1" dirty="0">
                        <a:solidFill>
                          <a:srgbClr val="FFFFFF"/>
                        </a:solidFill>
                        <a:latin typeface="Sakkal Majalla"/>
                        <a:cs typeface="Sakkal Majalla"/>
                      </a:endParaRPr>
                    </a:p>
                  </a:txBody>
                  <a:tcPr marL="91416" marR="91416" marT="45708" marB="45708">
                    <a:solidFill>
                      <a:schemeClr val="accent1"/>
                    </a:solidFill>
                  </a:tcPr>
                </a:tc>
                <a:extLst>
                  <a:ext uri="{0D108BD9-81ED-4DB2-BD59-A6C34878D82A}">
                    <a16:rowId xmlns:a16="http://schemas.microsoft.com/office/drawing/2014/main" val="10012"/>
                  </a:ext>
                </a:extLst>
              </a:tr>
              <a:tr h="255000">
                <a:tc>
                  <a:txBody>
                    <a:bodyPr/>
                    <a:lstStyle/>
                    <a:p>
                      <a:pPr algn="r" rtl="1"/>
                      <a:r>
                        <a:rPr sz="1200" b="0" dirty="0">
                          <a:solidFill>
                            <a:srgbClr val="1C2B4A"/>
                          </a:solidFill>
                          <a:latin typeface="Sakkal Majalla"/>
                          <a:cs typeface="Sakkal Majalla"/>
                        </a:rPr>
                        <a:t>وفق ما تقرره </a:t>
                      </a:r>
                      <a:r>
                        <a:rPr lang="ar-EG" sz="1200" b="0" dirty="0">
                          <a:solidFill>
                            <a:srgbClr val="1C2B4A"/>
                          </a:solidFill>
                          <a:latin typeface="Sakkal Majalla"/>
                          <a:cs typeface="Sakkal Majalla"/>
                        </a:rPr>
                        <a:t>لجنة الحوكمة</a:t>
                      </a:r>
                      <a:endParaRPr sz="1200" b="0" dirty="0">
                        <a:solidFill>
                          <a:srgbClr val="1C2B4A"/>
                        </a:solidFill>
                        <a:latin typeface="Sakkal Majalla"/>
                        <a:cs typeface="Sakkal Majalla"/>
                      </a:endParaRP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الاستثناءات / الإعفاء</a:t>
                      </a:r>
                    </a:p>
                  </a:txBody>
                  <a:tcPr marL="91416" marR="91416" marT="45708" marB="45708">
                    <a:solidFill>
                      <a:schemeClr val="accent1"/>
                    </a:solidFill>
                  </a:tcPr>
                </a:tc>
                <a:extLst>
                  <a:ext uri="{0D108BD9-81ED-4DB2-BD59-A6C34878D82A}">
                    <a16:rowId xmlns:a16="http://schemas.microsoft.com/office/drawing/2014/main" val="10013"/>
                  </a:ext>
                </a:extLst>
              </a:tr>
              <a:tr h="265000">
                <a:tc>
                  <a:txBody>
                    <a:bodyPr/>
                    <a:lstStyle/>
                    <a:p>
                      <a:pPr algn="r" rtl="1"/>
                      <a:r>
                        <a:rPr sz="1200" b="0" dirty="0">
                          <a:solidFill>
                            <a:srgbClr val="1C2B4A"/>
                          </a:solidFill>
                          <a:latin typeface="Sakkal Majalla"/>
                          <a:cs typeface="Sakkal Majalla"/>
                        </a:rPr>
                        <a:t>الأنشطة غير الموثقة لا تُحتسب في مؤشرات الأداء | يُبلَّغ مدير المكتب بأي انحراف عن الخطة خلال (5) أيام عمل</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تبعات عدم الامتثال</a:t>
                      </a:r>
                    </a:p>
                  </a:txBody>
                  <a:tcPr marL="91416" marR="91416" marT="45708" marB="45708">
                    <a:solidFill>
                      <a:schemeClr val="accent1"/>
                    </a:solidFill>
                  </a:tcPr>
                </a:tc>
                <a:extLst>
                  <a:ext uri="{0D108BD9-81ED-4DB2-BD59-A6C34878D82A}">
                    <a16:rowId xmlns:a16="http://schemas.microsoft.com/office/drawing/2014/main" val="10014"/>
                  </a:ext>
                </a:extLst>
              </a:tr>
              <a:tr h="255000">
                <a:tc>
                  <a:txBody>
                    <a:bodyPr/>
                    <a:lstStyle/>
                    <a:p>
                      <a:pPr algn="r" rtl="1"/>
                      <a:r>
                        <a:rPr sz="1200" b="0" dirty="0">
                          <a:solidFill>
                            <a:srgbClr val="1C2B4A"/>
                          </a:solidFill>
                          <a:latin typeface="Sakkal Majalla"/>
                          <a:cs typeface="Sakkal Majalla"/>
                        </a:rPr>
                        <a:t>الدورية: دورية وفق الخطة المعتمدة | المسؤول: مدير 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آلية المراجعة والتحديث</a:t>
                      </a:r>
                    </a:p>
                  </a:txBody>
                  <a:tcPr marL="91416" marR="91416" marT="45708" marB="45708">
                    <a:solidFill>
                      <a:schemeClr val="accent1"/>
                    </a:solidFill>
                  </a:tcPr>
                </a:tc>
                <a:extLst>
                  <a:ext uri="{0D108BD9-81ED-4DB2-BD59-A6C34878D82A}">
                    <a16:rowId xmlns:a16="http://schemas.microsoft.com/office/drawing/2014/main" val="10015"/>
                  </a:ext>
                </a:extLst>
              </a:tr>
              <a:tr h="290000">
                <a:tc>
                  <a:txBody>
                    <a:bodyPr/>
                    <a:lstStyle/>
                    <a:p>
                      <a:pPr algn="r" rtl="1"/>
                      <a:r>
                        <a:rPr sz="1100" b="0" dirty="0">
                          <a:solidFill>
                            <a:srgbClr val="1C2B4A"/>
                          </a:solidFill>
                          <a:latin typeface="Sakkal Majalla"/>
                          <a:cs typeface="Sakkal Majalla"/>
                        </a:rPr>
                        <a:t>تطوير وتحديث وتنفيذ خطة التوعية بممارسة البنية المؤسسية | تطوير وتحديث وتنفيذ الخطة التدريبية لفريق البنية المؤسسية | المشاركة في ورش عمل الابتكار والتصميم</a:t>
                      </a:r>
                    </a:p>
                  </a:txBody>
                  <a:tcPr marL="91416" marR="91416" marT="45708" marB="45708">
                    <a:solidFill>
                      <a:srgbClr val="EEF2FF"/>
                    </a:solidFill>
                  </a:tcPr>
                </a:tc>
                <a:tc>
                  <a:txBody>
                    <a:bodyPr/>
                    <a:lstStyle/>
                    <a:p>
                      <a:pPr algn="ctr" rtl="1"/>
                      <a:r>
                        <a:rPr sz="1200" b="1" dirty="0">
                          <a:solidFill>
                            <a:srgbClr val="FFFFFF"/>
                          </a:solidFill>
                          <a:latin typeface="Sakkal Majalla"/>
                          <a:cs typeface="Sakkal Majalla"/>
                        </a:rPr>
                        <a:t>الإجراءات المرتبطة</a:t>
                      </a:r>
                    </a:p>
                  </a:txBody>
                  <a:tcPr marL="91416" marR="91416" marT="45708" marB="45708">
                    <a:solidFill>
                      <a:srgbClr val="1E40AF"/>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96362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55C2C-B24B-31E5-89E1-2DB133193CF7}"/>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EAA7BBB-D7BB-0D08-98D5-CD220B6DFF6C}"/>
              </a:ext>
            </a:extLst>
          </p:cNvPr>
          <p:cNvSpPr txBox="1"/>
          <p:nvPr/>
        </p:nvSpPr>
        <p:spPr>
          <a:xfrm>
            <a:off x="834812" y="6394893"/>
            <a:ext cx="6096016" cy="307697"/>
          </a:xfrm>
          <a:prstGeom prst="rect">
            <a:avLst/>
          </a:prstGeom>
          <a:noFill/>
        </p:spPr>
        <p:txBody>
          <a:bodyPr wrap="square">
            <a:spAutoFit/>
          </a:bodyPr>
          <a:lstStyle/>
          <a:p>
            <a:pPr defTabSz="914126"/>
            <a:fld id="{008E1BDA-5E07-414A-8101-29DABEB15B19}" type="slidenum">
              <a:rPr lang="en-SA" sz="1400" b="1">
                <a:solidFill>
                  <a:srgbClr val="4C3C8D"/>
                </a:solidFill>
                <a:latin typeface="Sakkal Majalla"/>
                <a:cs typeface="Sakkal Majalla"/>
              </a:rPr>
              <a:pPr defTabSz="914126"/>
              <a:t>15</a:t>
            </a:fld>
            <a:endParaRPr lang="en-US" sz="1400" b="1" dirty="0">
              <a:solidFill>
                <a:srgbClr val="4C3C8D"/>
              </a:solidFill>
              <a:latin typeface="Sakkal Majalla"/>
              <a:cs typeface="Sakkal Majalla"/>
            </a:endParaRPr>
          </a:p>
        </p:txBody>
      </p:sp>
      <p:sp>
        <p:nvSpPr>
          <p:cNvPr id="2" name="Title 1">
            <a:extLst>
              <a:ext uri="{FF2B5EF4-FFF2-40B4-BE49-F238E27FC236}">
                <a16:creationId xmlns:a16="http://schemas.microsoft.com/office/drawing/2014/main" id="{6B2DF574-A6CA-9B86-FFD7-11FC2E736CDF}"/>
              </a:ext>
            </a:extLst>
          </p:cNvPr>
          <p:cNvSpPr txBox="1">
            <a:spLocks/>
          </p:cNvSpPr>
          <p:nvPr/>
        </p:nvSpPr>
        <p:spPr>
          <a:xfrm>
            <a:off x="1748653" y="280000"/>
            <a:ext cx="9603778" cy="820000"/>
          </a:xfrm>
          <a:prstGeom prst="rect">
            <a:avLst/>
          </a:prstGeom>
        </p:spPr>
        <p:txBody>
          <a:bodyPr vert="horz" lIns="91416" tIns="45708" rIns="0" bIns="45708" rtlCol="0" anchor="ctr" anchorCtr="0">
            <a:normAutofit/>
          </a:bodyPr>
          <a:lstStyle>
            <a:lvl1pPr algn="r" defTabSz="914400" rtl="1" eaLnBrk="1" latinLnBrk="0" hangingPunct="1">
              <a:lnSpc>
                <a:spcPct val="100000"/>
              </a:lnSpc>
              <a:spcBef>
                <a:spcPct val="0"/>
              </a:spcBef>
              <a:buNone/>
              <a:defRPr sz="1500" b="1" kern="1200">
                <a:solidFill>
                  <a:schemeClr val="accent1"/>
                </a:solidFill>
                <a:latin typeface="+mj-lt"/>
                <a:ea typeface="+mj-ea"/>
                <a:cs typeface="+mj-cs"/>
              </a:defRPr>
            </a:lvl1pPr>
          </a:lstStyle>
          <a:p>
            <a:pPr defTabSz="914126"/>
            <a:r>
              <a:rPr lang="en-US" sz="1500" dirty="0">
                <a:solidFill>
                  <a:srgbClr val="4C3C8D"/>
                </a:solidFill>
                <a:latin typeface="Sakkal Majalla"/>
                <a:cs typeface="Sakkal Majalla"/>
              </a:rPr>
              <a:t> </a:t>
            </a:r>
            <a:r>
              <a:rPr lang="ar-SA" sz="1500" dirty="0">
                <a:solidFill>
                  <a:srgbClr val="4C3C8D"/>
                </a:solidFill>
                <a:latin typeface="Sakkal Majalla"/>
                <a:cs typeface="Sakkal Majalla"/>
              </a:rPr>
              <a:t>بطاقة </a:t>
            </a:r>
            <a:r>
              <a:rPr lang="ar-EG" sz="1500" dirty="0">
                <a:solidFill>
                  <a:srgbClr val="4C3C8D"/>
                </a:solidFill>
                <a:latin typeface="Sakkal Majalla"/>
                <a:cs typeface="Sakkal Majalla"/>
              </a:rPr>
              <a:t>السياسة</a:t>
            </a:r>
            <a:r>
              <a:rPr lang="ar-SA" sz="1500" dirty="0">
                <a:solidFill>
                  <a:srgbClr val="4C3C8D"/>
                </a:solidFill>
                <a:latin typeface="Sakkal Majalla"/>
                <a:cs typeface="Sakkal Majalla"/>
              </a:rPr>
              <a:t> </a:t>
            </a:r>
            <a:r>
              <a:rPr lang="ar-EG" sz="1500" dirty="0">
                <a:solidFill>
                  <a:srgbClr val="4C3C8D"/>
                </a:solidFill>
                <a:latin typeface="Sakkal Majalla"/>
                <a:cs typeface="Sakkal Majalla"/>
              </a:rPr>
              <a:t>"</a:t>
            </a:r>
            <a:r>
              <a:rPr lang="en-US" sz="1500" dirty="0">
                <a:solidFill>
                  <a:srgbClr val="4C3C8D"/>
                </a:solidFill>
                <a:latin typeface="Sakkal Majalla"/>
                <a:cs typeface="Sakkal Majalla"/>
              </a:rPr>
              <a:t>EA-POLC-05</a:t>
            </a:r>
            <a:r>
              <a:rPr lang="ar-EG" sz="1500" dirty="0">
                <a:solidFill>
                  <a:srgbClr val="4C3C8D"/>
                </a:solidFill>
                <a:latin typeface="Sakkal Majalla"/>
                <a:cs typeface="Sakkal Majalla"/>
              </a:rPr>
              <a:t>: سياسة إدارة طلبات الأعمال والطلبات التقنية</a:t>
            </a:r>
            <a:r>
              <a:rPr lang="ar-SA" sz="1500" dirty="0">
                <a:solidFill>
                  <a:srgbClr val="4C3C8D"/>
                </a:solidFill>
                <a:latin typeface="Sakkal Majalla"/>
                <a:cs typeface="Sakkal Majalla"/>
              </a:rPr>
              <a:t>"</a:t>
            </a:r>
          </a:p>
        </p:txBody>
      </p:sp>
      <p:graphicFrame>
        <p:nvGraphicFramePr>
          <p:cNvPr id="3" name="Table 2">
            <a:extLst>
              <a:ext uri="{FF2B5EF4-FFF2-40B4-BE49-F238E27FC236}">
                <a16:creationId xmlns:a16="http://schemas.microsoft.com/office/drawing/2014/main" id="{78B5D22A-CD4C-71DB-B98D-74BF235E230B}"/>
              </a:ext>
            </a:extLst>
          </p:cNvPr>
          <p:cNvGraphicFramePr>
            <a:graphicFrameLocks noGrp="1"/>
          </p:cNvGraphicFramePr>
          <p:nvPr>
            <p:extLst>
              <p:ext uri="{D42A27DB-BD31-4B8C-83A1-F6EECF244321}">
                <p14:modId xmlns:p14="http://schemas.microsoft.com/office/powerpoint/2010/main" val="2578459651"/>
              </p:ext>
            </p:extLst>
          </p:nvPr>
        </p:nvGraphicFramePr>
        <p:xfrm>
          <a:off x="537697" y="879441"/>
          <a:ext cx="11116609" cy="5395345"/>
        </p:xfrm>
        <a:graphic>
          <a:graphicData uri="http://schemas.openxmlformats.org/drawingml/2006/table">
            <a:tbl>
              <a:tblPr firstRow="1" bandRow="1">
                <a:tableStyleId>{5C22544A-7EE6-4342-B048-85BDC9FD1C3A}</a:tableStyleId>
              </a:tblPr>
              <a:tblGrid>
                <a:gridCol w="8973855">
                  <a:extLst>
                    <a:ext uri="{9D8B030D-6E8A-4147-A177-3AD203B41FA5}">
                      <a16:colId xmlns:a16="http://schemas.microsoft.com/office/drawing/2014/main" val="20000"/>
                    </a:ext>
                  </a:extLst>
                </a:gridCol>
                <a:gridCol w="2142754">
                  <a:extLst>
                    <a:ext uri="{9D8B030D-6E8A-4147-A177-3AD203B41FA5}">
                      <a16:colId xmlns:a16="http://schemas.microsoft.com/office/drawing/2014/main" val="20001"/>
                    </a:ext>
                  </a:extLst>
                </a:gridCol>
              </a:tblGrid>
              <a:tr h="255000">
                <a:tc>
                  <a:txBody>
                    <a:bodyPr/>
                    <a:lstStyle/>
                    <a:p>
                      <a:pPr algn="ctr" rtl="1"/>
                      <a:r>
                        <a:rPr sz="1600" b="1" dirty="0">
                          <a:solidFill>
                            <a:srgbClr val="FFFFFF"/>
                          </a:solidFill>
                          <a:latin typeface="Sakkal Majalla"/>
                          <a:cs typeface="Sakkal Majalla"/>
                        </a:rPr>
                        <a:t>المحتوى</a:t>
                      </a:r>
                    </a:p>
                  </a:txBody>
                  <a:tcPr marL="91416" marR="91416" marT="45708" marB="45708">
                    <a:solidFill>
                      <a:schemeClr val="accent1"/>
                    </a:solidFill>
                  </a:tcPr>
                </a:tc>
                <a:tc>
                  <a:txBody>
                    <a:bodyPr/>
                    <a:lstStyle/>
                    <a:p>
                      <a:pPr algn="ctr" rtl="1"/>
                      <a:r>
                        <a:rPr sz="1600" b="1" dirty="0">
                          <a:solidFill>
                            <a:srgbClr val="FFFFFF"/>
                          </a:solidFill>
                          <a:latin typeface="Sakkal Majalla"/>
                          <a:cs typeface="Sakkal Majalla"/>
                        </a:rPr>
                        <a:t>البند</a:t>
                      </a:r>
                    </a:p>
                  </a:txBody>
                  <a:tcPr marL="91416" marR="91416" marT="45708" marB="45708">
                    <a:solidFill>
                      <a:schemeClr val="accent1"/>
                    </a:solidFill>
                  </a:tcPr>
                </a:tc>
                <a:extLst>
                  <a:ext uri="{0D108BD9-81ED-4DB2-BD59-A6C34878D82A}">
                    <a16:rowId xmlns:a16="http://schemas.microsoft.com/office/drawing/2014/main" val="10000"/>
                  </a:ext>
                </a:extLst>
              </a:tr>
              <a:tr h="235000">
                <a:tc>
                  <a:txBody>
                    <a:bodyPr/>
                    <a:lstStyle/>
                    <a:p>
                      <a:pPr algn="r" rtl="1"/>
                      <a:r>
                        <a:rPr sz="1200" b="0" dirty="0">
                          <a:solidFill>
                            <a:srgbClr val="1C2B4A"/>
                          </a:solidFill>
                          <a:latin typeface="Sakkal Majalla"/>
                          <a:cs typeface="Sakkal Majalla"/>
                        </a:rPr>
                        <a:t>سياسة إدارة طلبات الأعمال والطلبات التقنية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اسم السياسة</a:t>
                      </a:r>
                    </a:p>
                  </a:txBody>
                  <a:tcPr marL="91416" marR="91416" marT="45708" marB="45708">
                    <a:solidFill>
                      <a:schemeClr val="accent1"/>
                    </a:solidFill>
                  </a:tcPr>
                </a:tc>
                <a:extLst>
                  <a:ext uri="{0D108BD9-81ED-4DB2-BD59-A6C34878D82A}">
                    <a16:rowId xmlns:a16="http://schemas.microsoft.com/office/drawing/2014/main" val="10001"/>
                  </a:ext>
                </a:extLst>
              </a:tr>
              <a:tr h="225000">
                <a:tc>
                  <a:txBody>
                    <a:bodyPr/>
                    <a:lstStyle/>
                    <a:p>
                      <a:pPr algn="r" rtl="1"/>
                      <a:r>
                        <a:rPr sz="1200" b="0" dirty="0">
                          <a:solidFill>
                            <a:srgbClr val="1C2B4A"/>
                          </a:solidFill>
                          <a:latin typeface="Sakkal Majalla"/>
                          <a:cs typeface="Sakkal Majalla"/>
                        </a:rPr>
                        <a:t>EA-POLC-05</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رمز السياسة</a:t>
                      </a:r>
                    </a:p>
                  </a:txBody>
                  <a:tcPr marL="91416" marR="91416" marT="45708" marB="45708">
                    <a:solidFill>
                      <a:schemeClr val="accent1"/>
                    </a:solidFill>
                  </a:tcPr>
                </a:tc>
                <a:extLst>
                  <a:ext uri="{0D108BD9-81ED-4DB2-BD59-A6C34878D82A}">
                    <a16:rowId xmlns:a16="http://schemas.microsoft.com/office/drawing/2014/main" val="10002"/>
                  </a:ext>
                </a:extLst>
              </a:tr>
              <a:tr h="265000">
                <a:tc>
                  <a:txBody>
                    <a:bodyPr/>
                    <a:lstStyle/>
                    <a:p>
                      <a:pPr algn="r" rtl="1"/>
                      <a:r>
                        <a:rPr sz="1200" b="0" dirty="0">
                          <a:solidFill>
                            <a:srgbClr val="1C2B4A"/>
                          </a:solidFill>
                          <a:latin typeface="Sakkal Majalla"/>
                          <a:cs typeface="Sakkal Majalla"/>
                        </a:rPr>
                        <a:t>تنظم هذه السياسة دورة حياة الطلبات الواردة لمكتب البنية المؤسسية من الاستقبال والتحليل والمعالجة حتى الإغلاق بما يضمن الكفاءة والتوثيق والمواءمة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وصف السياسة</a:t>
                      </a:r>
                    </a:p>
                  </a:txBody>
                  <a:tcPr marL="91416" marR="91416" marT="45708" marB="45708">
                    <a:solidFill>
                      <a:schemeClr val="accent1"/>
                    </a:solidFill>
                  </a:tcPr>
                </a:tc>
                <a:extLst>
                  <a:ext uri="{0D108BD9-81ED-4DB2-BD59-A6C34878D82A}">
                    <a16:rowId xmlns:a16="http://schemas.microsoft.com/office/drawing/2014/main" val="10003"/>
                  </a:ext>
                </a:extLst>
              </a:tr>
              <a:tr h="265000">
                <a:tc>
                  <a:txBody>
                    <a:bodyPr/>
                    <a:lstStyle/>
                    <a:p>
                      <a:pPr algn="r" rtl="1"/>
                      <a:r>
                        <a:rPr sz="1200" b="0" dirty="0">
                          <a:solidFill>
                            <a:srgbClr val="1C2B4A"/>
                          </a:solidFill>
                          <a:latin typeface="Sakkal Majalla"/>
                          <a:cs typeface="Sakkal Majalla"/>
                        </a:rPr>
                        <a:t>تنظيم استقبال وتحليل ومعالجة الطلبات ذات العلاقة بالبنية المؤسسية بما يضمن المواءمة والكفاءة والتوثيق</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الهدف / الغرض</a:t>
                      </a:r>
                    </a:p>
                  </a:txBody>
                  <a:tcPr marL="91416" marR="91416" marT="45708" marB="45708">
                    <a:solidFill>
                      <a:schemeClr val="accent1"/>
                    </a:solidFill>
                  </a:tcPr>
                </a:tc>
                <a:extLst>
                  <a:ext uri="{0D108BD9-81ED-4DB2-BD59-A6C34878D82A}">
                    <a16:rowId xmlns:a16="http://schemas.microsoft.com/office/drawing/2014/main" val="10004"/>
                  </a:ext>
                </a:extLst>
              </a:tr>
              <a:tr h="255000">
                <a:tc>
                  <a:txBody>
                    <a:bodyPr/>
                    <a:lstStyle/>
                    <a:p>
                      <a:pPr algn="r" rtl="1"/>
                      <a:r>
                        <a:rPr sz="1200" b="0" dirty="0">
                          <a:solidFill>
                            <a:srgbClr val="1C2B4A"/>
                          </a:solidFill>
                          <a:latin typeface="Sakkal Majalla"/>
                          <a:cs typeface="Sakkal Majalla"/>
                        </a:rPr>
                        <a:t>طلبات الاستشارة والمراجعة والمواءمة والتقييم والدعم للمشاريع الرقمية الواردة لمكتب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نطاق التطبيق</a:t>
                      </a:r>
                    </a:p>
                  </a:txBody>
                  <a:tcPr marL="91416" marR="91416" marT="45708" marB="45708">
                    <a:solidFill>
                      <a:schemeClr val="accent1"/>
                    </a:solidFill>
                  </a:tcPr>
                </a:tc>
                <a:extLst>
                  <a:ext uri="{0D108BD9-81ED-4DB2-BD59-A6C34878D82A}">
                    <a16:rowId xmlns:a16="http://schemas.microsoft.com/office/drawing/2014/main" val="10005"/>
                  </a:ext>
                </a:extLst>
              </a:tr>
              <a:tr h="255000">
                <a:tc>
                  <a:txBody>
                    <a:bodyPr/>
                    <a:lstStyle/>
                    <a:p>
                      <a:pPr algn="r" rtl="1"/>
                      <a:r>
                        <a:rPr sz="1200" b="0" dirty="0">
                          <a:solidFill>
                            <a:srgbClr val="1C2B4A"/>
                          </a:solidFill>
                          <a:latin typeface="Sakkal Majalla"/>
                          <a:cs typeface="Sakkal Majalla"/>
                        </a:rPr>
                        <a:t>جميع الإدارات والوحدات التنظيمية في الهيئة، فرق المشاريع الرقمية، مدراء المشاريع</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المستهدفون</a:t>
                      </a:r>
                    </a:p>
                  </a:txBody>
                  <a:tcPr marL="91416" marR="91416" marT="45708" marB="45708">
                    <a:solidFill>
                      <a:schemeClr val="accent1"/>
                    </a:solidFill>
                  </a:tcPr>
                </a:tc>
                <a:extLst>
                  <a:ext uri="{0D108BD9-81ED-4DB2-BD59-A6C34878D82A}">
                    <a16:rowId xmlns:a16="http://schemas.microsoft.com/office/drawing/2014/main" val="10006"/>
                  </a:ext>
                </a:extLst>
              </a:tr>
              <a:tr h="665000">
                <a:tc>
                  <a:txBody>
                    <a:bodyPr/>
                    <a:lstStyle/>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تسجيل جميع الطلبات الواردة في نظام الطلبات المعتمد فور استلامها وتصنيفها حسب النوع والأولوية.</a:t>
                      </a:r>
                    </a:p>
                    <a:p>
                      <a:pPr algn="r" rtl="1">
                        <a:lnSpc>
                          <a:spcPts val="1300"/>
                        </a:lnSpc>
                      </a:pPr>
                      <a:r>
                        <a:rPr sz="1200" b="1" dirty="0">
                          <a:solidFill>
                            <a:srgbClr val="2C1F6B"/>
                          </a:solidFill>
                          <a:latin typeface="Sakkal Majalla"/>
                          <a:cs typeface="Sakkal Majalla"/>
                        </a:rPr>
                        <a:t>لا يجوز </a:t>
                      </a:r>
                      <a:r>
                        <a:rPr sz="1200" b="0" dirty="0">
                          <a:solidFill>
                            <a:srgbClr val="1C2B4A"/>
                          </a:solidFill>
                          <a:latin typeface="Sakkal Majalla"/>
                          <a:cs typeface="Sakkal Majalla"/>
                        </a:rPr>
                        <a:t>معالجة أي طلب دون تحديد نطاقه وإسناده للمختص المعني والالتزام بالمهل الزمنية وفق مستوى الخدمة.</a:t>
                      </a: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توثيق جميع مخرجات معالجة الطلبات وربطها بالطلب الأصلي في النظام المعتمد.</a:t>
                      </a:r>
                    </a:p>
                    <a:p>
                      <a:pPr algn="r" rtl="1">
                        <a:lnSpc>
                          <a:spcPts val="1300"/>
                        </a:lnSpc>
                      </a:pPr>
                      <a:r>
                        <a:rPr sz="1200" b="1" dirty="0">
                          <a:solidFill>
                            <a:srgbClr val="2C1F6B"/>
                          </a:solidFill>
                          <a:latin typeface="Sakkal Majalla"/>
                          <a:cs typeface="Sakkal Majalla"/>
                        </a:rPr>
                        <a:t>ينبغي </a:t>
                      </a:r>
                      <a:r>
                        <a:rPr sz="1200" b="0" dirty="0">
                          <a:solidFill>
                            <a:srgbClr val="1C2B4A"/>
                          </a:solidFill>
                          <a:latin typeface="Sakkal Majalla"/>
                          <a:cs typeface="Sakkal Majalla"/>
                        </a:rPr>
                        <a:t>إغلاق الطلب رسمياً وإشعار مقدمه بنتيجة المعالجة خلال المدة المحددة في مستوى الخدمة.</a:t>
                      </a: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مراجعة مؤشرات أداء معالجة الطلبات بصفة دورية واتخاذ إجراءات تصحيحية عند الانحراف عن الأهداف.</a:t>
                      </a:r>
                    </a:p>
                  </a:txBody>
                  <a:tcPr marL="91416" marR="91416" marT="50000" marB="50000">
                    <a:solidFill>
                      <a:srgbClr val="EDE9F8"/>
                    </a:solidFill>
                  </a:tcPr>
                </a:tc>
                <a:tc>
                  <a:txBody>
                    <a:bodyPr/>
                    <a:lstStyle/>
                    <a:p>
                      <a:pPr algn="ctr" rtl="1"/>
                      <a:r>
                        <a:rPr lang="ar-EG" sz="1200" b="1" dirty="0">
                          <a:solidFill>
                            <a:srgbClr val="FFFFFF"/>
                          </a:solidFill>
                          <a:latin typeface="Sakkal Majalla"/>
                          <a:cs typeface="Sakkal Majalla"/>
                        </a:rPr>
                        <a:t>نص السياسة</a:t>
                      </a:r>
                      <a:endParaRPr sz="1200" b="1" dirty="0">
                        <a:solidFill>
                          <a:srgbClr val="FFFFFF"/>
                        </a:solidFill>
                        <a:latin typeface="Sakkal Majalla"/>
                        <a:cs typeface="Sakkal Majalla"/>
                      </a:endParaRPr>
                    </a:p>
                  </a:txBody>
                  <a:tcPr marL="91416" marR="91416" marT="45708" marB="45708">
                    <a:solidFill>
                      <a:srgbClr val="2C1F6B"/>
                    </a:solidFill>
                  </a:tcPr>
                </a:tc>
                <a:extLst>
                  <a:ext uri="{0D108BD9-81ED-4DB2-BD59-A6C34878D82A}">
                    <a16:rowId xmlns:a16="http://schemas.microsoft.com/office/drawing/2014/main" val="10007"/>
                  </a:ext>
                </a:extLst>
              </a:tr>
              <a:tr h="260000">
                <a:tc>
                  <a:txBody>
                    <a:bodyPr/>
                    <a:lstStyle/>
                    <a:p>
                      <a:pPr algn="r" rtl="1"/>
                      <a:r>
                        <a:rPr sz="1200" b="0" dirty="0">
                          <a:solidFill>
                            <a:srgbClr val="1C2B4A"/>
                          </a:solidFill>
                          <a:latin typeface="Sakkal Majalla"/>
                          <a:cs typeface="Sakkal Majalla"/>
                        </a:rPr>
                        <a:t>نسبة اكتمال بيانات الطلبات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الالتزام بزمن المعالجة حسب النوع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توثيق المخرجات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متوسط</a:t>
                      </a:r>
                      <a:r>
                        <a:rPr sz="1200" b="0" dirty="0">
                          <a:solidFill>
                            <a:srgbClr val="1C2B4A"/>
                          </a:solidFill>
                          <a:latin typeface="Sakkal Majalla"/>
                          <a:cs typeface="Sakkal Majalla"/>
                        </a:rPr>
                        <a:t> زمن معالجة الطلبات</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معايير القياس والامتثال</a:t>
                      </a:r>
                    </a:p>
                  </a:txBody>
                  <a:tcPr marL="91416" marR="91416" marT="45708" marB="45708">
                    <a:solidFill>
                      <a:schemeClr val="accent1"/>
                    </a:solidFill>
                  </a:tcPr>
                </a:tc>
                <a:extLst>
                  <a:ext uri="{0D108BD9-81ED-4DB2-BD59-A6C34878D82A}">
                    <a16:rowId xmlns:a16="http://schemas.microsoft.com/office/drawing/2014/main" val="10008"/>
                  </a:ext>
                </a:extLst>
              </a:tr>
              <a:tr h="255000">
                <a:tc>
                  <a:txBody>
                    <a:bodyPr/>
                    <a:lstStyle/>
                    <a:p>
                      <a:pPr algn="r" rtl="1"/>
                      <a:r>
                        <a:rPr sz="1200" b="0" dirty="0">
                          <a:solidFill>
                            <a:srgbClr val="1C2B4A"/>
                          </a:solidFill>
                          <a:latin typeface="Sakkal Majalla"/>
                          <a:cs typeface="Sakkal Majalla"/>
                        </a:rPr>
                        <a:t>EA-POLC-02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حوكمة</a:t>
                      </a:r>
                      <a:r>
                        <a:rPr sz="1200" b="0" dirty="0">
                          <a:solidFill>
                            <a:srgbClr val="1C2B4A"/>
                          </a:solidFill>
                          <a:latin typeface="Sakkal Majalla"/>
                          <a:cs typeface="Sakkal Majalla"/>
                        </a:rPr>
                        <a:t> </a:t>
                      </a:r>
                      <a:r>
                        <a:rPr sz="1200" b="0" dirty="0" err="1">
                          <a:solidFill>
                            <a:srgbClr val="1C2B4A"/>
                          </a:solidFill>
                          <a:latin typeface="Sakkal Majalla"/>
                          <a:cs typeface="Sakkal Majalla"/>
                        </a:rPr>
                        <a:t>البنية</a:t>
                      </a:r>
                      <a:r>
                        <a:rPr sz="1200" b="0" dirty="0">
                          <a:solidFill>
                            <a:srgbClr val="1C2B4A"/>
                          </a:solidFill>
                          <a:latin typeface="Sakkal Majalla"/>
                          <a:cs typeface="Sakkal Majalla"/>
                        </a:rPr>
                        <a:t> </a:t>
                      </a:r>
                      <a:r>
                        <a:rPr sz="1200" b="0" dirty="0" err="1">
                          <a:solidFill>
                            <a:srgbClr val="1C2B4A"/>
                          </a:solidFill>
                          <a:latin typeface="Sakkal Majalla"/>
                          <a:cs typeface="Sakkal Majalla"/>
                        </a:rPr>
                        <a:t>المؤسسية</a:t>
                      </a:r>
                      <a:r>
                        <a:rPr lang="ar-SA" sz="1200" b="0" dirty="0">
                          <a:solidFill>
                            <a:srgbClr val="1C2B4A"/>
                          </a:solidFill>
                          <a:latin typeface="Sakkal Majalla"/>
                          <a:cs typeface="Sakkal Majalla"/>
                        </a:rPr>
                        <a:t> |</a:t>
                      </a:r>
                      <a:r>
                        <a:rPr sz="1200" b="0" dirty="0">
                          <a:solidFill>
                            <a:srgbClr val="1C2B4A"/>
                          </a:solidFill>
                          <a:latin typeface="Sakkal Majalla"/>
                          <a:cs typeface="Sakkal Majalla"/>
                        </a:rPr>
                        <a:t> EA-POLC-07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دعم</a:t>
                      </a:r>
                      <a:r>
                        <a:rPr sz="1200" b="0" dirty="0">
                          <a:solidFill>
                            <a:srgbClr val="1C2B4A"/>
                          </a:solidFill>
                          <a:latin typeface="Sakkal Majalla"/>
                          <a:cs typeface="Sakkal Majalla"/>
                        </a:rPr>
                        <a:t> </a:t>
                      </a:r>
                      <a:r>
                        <a:rPr sz="1200" b="0" dirty="0" err="1">
                          <a:solidFill>
                            <a:srgbClr val="1C2B4A"/>
                          </a:solidFill>
                          <a:latin typeface="Sakkal Majalla"/>
                          <a:cs typeface="Sakkal Majalla"/>
                        </a:rPr>
                        <a:t>حوكمة</a:t>
                      </a:r>
                      <a:r>
                        <a:rPr sz="1200" b="0" dirty="0">
                          <a:solidFill>
                            <a:srgbClr val="1C2B4A"/>
                          </a:solidFill>
                          <a:latin typeface="Sakkal Majalla"/>
                          <a:cs typeface="Sakkal Majalla"/>
                        </a:rPr>
                        <a:t> </a:t>
                      </a:r>
                      <a:r>
                        <a:rPr sz="1200" b="0" dirty="0" err="1">
                          <a:solidFill>
                            <a:srgbClr val="1C2B4A"/>
                          </a:solidFill>
                          <a:latin typeface="Sakkal Majalla"/>
                          <a:cs typeface="Sakkal Majalla"/>
                        </a:rPr>
                        <a:t>الاستثمارات</a:t>
                      </a:r>
                      <a:r>
                        <a:rPr lang="ar-SA" sz="1200" b="0" dirty="0">
                          <a:solidFill>
                            <a:srgbClr val="1C2B4A"/>
                          </a:solidFill>
                          <a:latin typeface="Sakkal Majalla"/>
                          <a:cs typeface="Sakkal Majalla"/>
                        </a:rPr>
                        <a:t> |</a:t>
                      </a:r>
                      <a:r>
                        <a:rPr sz="1200" b="0" dirty="0">
                          <a:solidFill>
                            <a:srgbClr val="1C2B4A"/>
                          </a:solidFill>
                          <a:latin typeface="Sakkal Majalla"/>
                          <a:cs typeface="Sakkal Majalla"/>
                        </a:rPr>
                        <a:t> EA-POLC-09 إدارة المخاطر</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السياسات المرتبطة بها</a:t>
                      </a:r>
                    </a:p>
                  </a:txBody>
                  <a:tcPr marL="91416" marR="91416" marT="45708" marB="45708">
                    <a:solidFill>
                      <a:schemeClr val="accent1"/>
                    </a:solidFill>
                  </a:tcPr>
                </a:tc>
                <a:extLst>
                  <a:ext uri="{0D108BD9-81ED-4DB2-BD59-A6C34878D82A}">
                    <a16:rowId xmlns:a16="http://schemas.microsoft.com/office/drawing/2014/main" val="10009"/>
                  </a:ext>
                </a:extLst>
              </a:tr>
              <a:tr h="225000">
                <a:tc>
                  <a:txBody>
                    <a:bodyPr/>
                    <a:lstStyle/>
                    <a:p>
                      <a:pPr algn="r" rtl="1"/>
                      <a:r>
                        <a:rPr sz="1200" b="0" dirty="0">
                          <a:solidFill>
                            <a:srgbClr val="1C2B4A"/>
                          </a:solidFill>
                          <a:latin typeface="Sakkal Majalla"/>
                          <a:cs typeface="Sakkal Majalla"/>
                        </a:rPr>
                        <a:t>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المالك</a:t>
                      </a:r>
                    </a:p>
                  </a:txBody>
                  <a:tcPr marL="91416" marR="91416" marT="45708" marB="45708">
                    <a:solidFill>
                      <a:schemeClr val="accent1"/>
                    </a:solidFill>
                  </a:tcPr>
                </a:tc>
                <a:extLst>
                  <a:ext uri="{0D108BD9-81ED-4DB2-BD59-A6C34878D82A}">
                    <a16:rowId xmlns:a16="http://schemas.microsoft.com/office/drawing/2014/main" val="10010"/>
                  </a:ext>
                </a:extLst>
              </a:tr>
              <a:tr h="255000">
                <a:tc>
                  <a:txBody>
                    <a:bodyPr/>
                    <a:lstStyle/>
                    <a:p>
                      <a:pPr algn="r" rtl="1"/>
                      <a:r>
                        <a:rPr sz="1200" b="0" dirty="0">
                          <a:solidFill>
                            <a:srgbClr val="1C2B4A"/>
                          </a:solidFill>
                          <a:latin typeface="Sakkal Majalla"/>
                          <a:cs typeface="Sakkal Majalla"/>
                        </a:rPr>
                        <a:t>وفق اعتماد حوكمة البنية تليها آلية اعتماد السياسات في الهيئة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الجهة المعتمدة</a:t>
                      </a:r>
                    </a:p>
                  </a:txBody>
                  <a:tcPr marL="91416" marR="91416" marT="45708" marB="45708">
                    <a:solidFill>
                      <a:schemeClr val="accent1"/>
                    </a:solidFill>
                  </a:tcPr>
                </a:tc>
                <a:extLst>
                  <a:ext uri="{0D108BD9-81ED-4DB2-BD59-A6C34878D82A}">
                    <a16:rowId xmlns:a16="http://schemas.microsoft.com/office/drawing/2014/main" val="10011"/>
                  </a:ext>
                </a:extLst>
              </a:tr>
              <a:tr h="255000">
                <a:tc>
                  <a:txBody>
                    <a:bodyPr/>
                    <a:lstStyle/>
                    <a:p>
                      <a:pPr algn="r" rtl="1"/>
                      <a:r>
                        <a:rPr sz="1200" b="0" dirty="0" err="1">
                          <a:solidFill>
                            <a:srgbClr val="1C2B4A"/>
                          </a:solidFill>
                          <a:latin typeface="Sakkal Majalla"/>
                          <a:cs typeface="Sakkal Majalla"/>
                        </a:rPr>
                        <a:t>إطارITIL</a:t>
                      </a:r>
                      <a:r>
                        <a:rPr lang="ar-SA" sz="1200" b="0" dirty="0">
                          <a:solidFill>
                            <a:srgbClr val="1C2B4A"/>
                          </a:solidFill>
                          <a:latin typeface="Sakkal Majalla"/>
                          <a:cs typeface="Sakkal Majalla"/>
                        </a:rPr>
                        <a:t> </a:t>
                      </a:r>
                      <a:r>
                        <a:rPr sz="1200" b="0" dirty="0">
                          <a:solidFill>
                            <a:srgbClr val="1C2B4A"/>
                          </a:solidFill>
                          <a:latin typeface="Sakkal Majalla"/>
                          <a:cs typeface="Sakkal Majalla"/>
                        </a:rPr>
                        <a:t> لإدارة الخدمات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اتفاقيات</a:t>
                      </a:r>
                      <a:r>
                        <a:rPr sz="1200" b="0" dirty="0">
                          <a:solidFill>
                            <a:srgbClr val="1C2B4A"/>
                          </a:solidFill>
                          <a:latin typeface="Sakkal Majalla"/>
                          <a:cs typeface="Sakkal Majalla"/>
                        </a:rPr>
                        <a:t> مستوى الخدمة (SLA)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المعتمدة</a:t>
                      </a:r>
                      <a:r>
                        <a:rPr sz="1200" b="0" dirty="0">
                          <a:solidFill>
                            <a:srgbClr val="1C2B4A"/>
                          </a:solidFill>
                          <a:latin typeface="Sakkal Majalla"/>
                          <a:cs typeface="Sakkal Majalla"/>
                        </a:rPr>
                        <a:t> | لوائح الخدمات التقنية في الهيئة</a:t>
                      </a:r>
                    </a:p>
                  </a:txBody>
                  <a:tcPr marL="91416" marR="91416" marT="45708" marB="45708">
                    <a:solidFill>
                      <a:srgbClr val="FFFFFF"/>
                    </a:solidFill>
                  </a:tcPr>
                </a:tc>
                <a:tc>
                  <a:txBody>
                    <a:bodyPr/>
                    <a:lstStyle/>
                    <a:p>
                      <a:pPr algn="ctr" rtl="1"/>
                      <a:r>
                        <a:rPr lang="ar-EG" sz="1200" b="1" dirty="0">
                          <a:solidFill>
                            <a:srgbClr val="FFFFFF"/>
                          </a:solidFill>
                          <a:latin typeface="Sakkal Majalla"/>
                          <a:cs typeface="Sakkal Majalla"/>
                        </a:rPr>
                        <a:t>المرجعية</a:t>
                      </a:r>
                      <a:endParaRPr sz="1200" b="1" dirty="0">
                        <a:solidFill>
                          <a:srgbClr val="FFFFFF"/>
                        </a:solidFill>
                        <a:latin typeface="Sakkal Majalla"/>
                        <a:cs typeface="Sakkal Majalla"/>
                      </a:endParaRPr>
                    </a:p>
                  </a:txBody>
                  <a:tcPr marL="91416" marR="91416" marT="45708" marB="45708">
                    <a:solidFill>
                      <a:schemeClr val="accent1"/>
                    </a:solidFill>
                  </a:tcPr>
                </a:tc>
                <a:extLst>
                  <a:ext uri="{0D108BD9-81ED-4DB2-BD59-A6C34878D82A}">
                    <a16:rowId xmlns:a16="http://schemas.microsoft.com/office/drawing/2014/main" val="10012"/>
                  </a:ext>
                </a:extLst>
              </a:tr>
              <a:tr h="255000">
                <a:tc>
                  <a:txBody>
                    <a:bodyPr/>
                    <a:lstStyle/>
                    <a:p>
                      <a:pPr algn="r" rtl="1"/>
                      <a:r>
                        <a:rPr sz="1200" b="0" dirty="0">
                          <a:solidFill>
                            <a:srgbClr val="1C2B4A"/>
                          </a:solidFill>
                          <a:latin typeface="Sakkal Majalla"/>
                          <a:cs typeface="Sakkal Majalla"/>
                        </a:rPr>
                        <a:t>عند الحاجة يتم توجيه الطلب لمسار الإعفاء بقرار موثق</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الاستثناءات / الإعفاء</a:t>
                      </a:r>
                    </a:p>
                  </a:txBody>
                  <a:tcPr marL="91416" marR="91416" marT="45708" marB="45708">
                    <a:solidFill>
                      <a:schemeClr val="accent1"/>
                    </a:solidFill>
                  </a:tcPr>
                </a:tc>
                <a:extLst>
                  <a:ext uri="{0D108BD9-81ED-4DB2-BD59-A6C34878D82A}">
                    <a16:rowId xmlns:a16="http://schemas.microsoft.com/office/drawing/2014/main" val="10013"/>
                  </a:ext>
                </a:extLst>
              </a:tr>
              <a:tr h="265000">
                <a:tc>
                  <a:txBody>
                    <a:bodyPr/>
                    <a:lstStyle/>
                    <a:p>
                      <a:pPr algn="r" rtl="1"/>
                      <a:r>
                        <a:rPr sz="1200" b="0" dirty="0">
                          <a:solidFill>
                            <a:srgbClr val="1C2B4A"/>
                          </a:solidFill>
                          <a:latin typeface="Sakkal Majalla"/>
                          <a:cs typeface="Sakkal Majalla"/>
                        </a:rPr>
                        <a:t>الطلبات غير المسجلة في النظام تُعدّ غير رسمية | التجاوزات الزمنية تُرصد في تقرير الأداء الشهري | الحالات المتعثرة تُصعَّد لمدير المكتب خلال (3)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أيام</a:t>
                      </a:r>
                      <a:endParaRPr sz="1200" b="0" dirty="0">
                        <a:solidFill>
                          <a:srgbClr val="1C2B4A"/>
                        </a:solidFill>
                        <a:latin typeface="Sakkal Majalla"/>
                        <a:cs typeface="Sakkal Majalla"/>
                      </a:endParaRP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تبعات عدم الامتثال</a:t>
                      </a:r>
                    </a:p>
                  </a:txBody>
                  <a:tcPr marL="91416" marR="91416" marT="45708" marB="45708">
                    <a:solidFill>
                      <a:schemeClr val="accent1"/>
                    </a:solidFill>
                  </a:tcPr>
                </a:tc>
                <a:extLst>
                  <a:ext uri="{0D108BD9-81ED-4DB2-BD59-A6C34878D82A}">
                    <a16:rowId xmlns:a16="http://schemas.microsoft.com/office/drawing/2014/main" val="10014"/>
                  </a:ext>
                </a:extLst>
              </a:tr>
              <a:tr h="255000">
                <a:tc>
                  <a:txBody>
                    <a:bodyPr/>
                    <a:lstStyle/>
                    <a:p>
                      <a:pPr algn="r" rtl="1"/>
                      <a:r>
                        <a:rPr sz="1200" b="0" dirty="0">
                          <a:solidFill>
                            <a:srgbClr val="1C2B4A"/>
                          </a:solidFill>
                          <a:latin typeface="Sakkal Majalla"/>
                          <a:cs typeface="Sakkal Majalla"/>
                        </a:rPr>
                        <a:t>الدورية: دورية لتحسين إدارة الطلبات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المسؤول</a:t>
                      </a:r>
                      <a:r>
                        <a:rPr sz="1200" b="0" dirty="0">
                          <a:solidFill>
                            <a:srgbClr val="1C2B4A"/>
                          </a:solidFill>
                          <a:latin typeface="Sakkal Majalla"/>
                          <a:cs typeface="Sakkal Majalla"/>
                        </a:rPr>
                        <a:t>: مدير 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آلية المراجعة والتحديث</a:t>
                      </a:r>
                    </a:p>
                  </a:txBody>
                  <a:tcPr marL="91416" marR="91416" marT="45708" marB="45708">
                    <a:solidFill>
                      <a:schemeClr val="accent1"/>
                    </a:solidFill>
                  </a:tcPr>
                </a:tc>
                <a:extLst>
                  <a:ext uri="{0D108BD9-81ED-4DB2-BD59-A6C34878D82A}">
                    <a16:rowId xmlns:a16="http://schemas.microsoft.com/office/drawing/2014/main" val="10015"/>
                  </a:ext>
                </a:extLst>
              </a:tr>
              <a:tr h="290000">
                <a:tc>
                  <a:txBody>
                    <a:bodyPr/>
                    <a:lstStyle/>
                    <a:p>
                      <a:pPr algn="r" rtl="1"/>
                      <a:r>
                        <a:rPr sz="1100" b="0" dirty="0">
                          <a:solidFill>
                            <a:srgbClr val="1C2B4A"/>
                          </a:solidFill>
                          <a:latin typeface="Sakkal Majalla"/>
                          <a:cs typeface="Sakkal Majalla"/>
                        </a:rPr>
                        <a:t>تقييم عروض الموردين | تلبية طلب استشارة | تجربة حالة استخدام | مراجعة طلبات الاعفاء</a:t>
                      </a:r>
                    </a:p>
                  </a:txBody>
                  <a:tcPr marL="91416" marR="91416" marT="45708" marB="45708">
                    <a:solidFill>
                      <a:srgbClr val="EEF2FF"/>
                    </a:solidFill>
                  </a:tcPr>
                </a:tc>
                <a:tc>
                  <a:txBody>
                    <a:bodyPr/>
                    <a:lstStyle/>
                    <a:p>
                      <a:pPr algn="ctr" rtl="1"/>
                      <a:r>
                        <a:rPr sz="1200" b="1" dirty="0">
                          <a:solidFill>
                            <a:srgbClr val="FFFFFF"/>
                          </a:solidFill>
                          <a:latin typeface="Sakkal Majalla"/>
                          <a:cs typeface="Sakkal Majalla"/>
                        </a:rPr>
                        <a:t>الإجراءات المرتبطة</a:t>
                      </a:r>
                    </a:p>
                  </a:txBody>
                  <a:tcPr marL="91416" marR="91416" marT="45708" marB="45708">
                    <a:solidFill>
                      <a:srgbClr val="1E40AF"/>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74407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CDD85-433E-2C93-BC83-82E94DA7BC25}"/>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3C6753D1-A7E6-3003-E6CC-CCA42312DB90}"/>
              </a:ext>
            </a:extLst>
          </p:cNvPr>
          <p:cNvSpPr txBox="1"/>
          <p:nvPr/>
        </p:nvSpPr>
        <p:spPr>
          <a:xfrm>
            <a:off x="834812" y="6394893"/>
            <a:ext cx="6096016" cy="307697"/>
          </a:xfrm>
          <a:prstGeom prst="rect">
            <a:avLst/>
          </a:prstGeom>
          <a:noFill/>
        </p:spPr>
        <p:txBody>
          <a:bodyPr wrap="square">
            <a:spAutoFit/>
          </a:bodyPr>
          <a:lstStyle/>
          <a:p>
            <a:pPr defTabSz="914126"/>
            <a:fld id="{008E1BDA-5E07-414A-8101-29DABEB15B19}" type="slidenum">
              <a:rPr lang="en-SA" sz="1400" b="1">
                <a:solidFill>
                  <a:srgbClr val="4C3C8D"/>
                </a:solidFill>
                <a:latin typeface="Sakkal Majalla"/>
                <a:cs typeface="Sakkal Majalla"/>
              </a:rPr>
              <a:pPr defTabSz="914126"/>
              <a:t>16</a:t>
            </a:fld>
            <a:endParaRPr lang="en-US" sz="1400" b="1" dirty="0">
              <a:solidFill>
                <a:srgbClr val="4C3C8D"/>
              </a:solidFill>
              <a:latin typeface="Sakkal Majalla"/>
              <a:cs typeface="Sakkal Majalla"/>
            </a:endParaRPr>
          </a:p>
        </p:txBody>
      </p:sp>
      <p:sp>
        <p:nvSpPr>
          <p:cNvPr id="2" name="Title 1">
            <a:extLst>
              <a:ext uri="{FF2B5EF4-FFF2-40B4-BE49-F238E27FC236}">
                <a16:creationId xmlns:a16="http://schemas.microsoft.com/office/drawing/2014/main" id="{A07C129B-C945-4BEF-F45E-91A906C8B977}"/>
              </a:ext>
            </a:extLst>
          </p:cNvPr>
          <p:cNvSpPr txBox="1">
            <a:spLocks/>
          </p:cNvSpPr>
          <p:nvPr/>
        </p:nvSpPr>
        <p:spPr>
          <a:xfrm>
            <a:off x="1906093" y="280000"/>
            <a:ext cx="9446339" cy="820000"/>
          </a:xfrm>
          <a:prstGeom prst="rect">
            <a:avLst/>
          </a:prstGeom>
        </p:spPr>
        <p:txBody>
          <a:bodyPr vert="horz" lIns="91416" tIns="45708" rIns="0" bIns="45708" rtlCol="0" anchor="ctr" anchorCtr="0">
            <a:normAutofit/>
          </a:bodyPr>
          <a:lstStyle>
            <a:lvl1pPr algn="r" defTabSz="914400" rtl="1" eaLnBrk="1" latinLnBrk="0" hangingPunct="1">
              <a:lnSpc>
                <a:spcPct val="100000"/>
              </a:lnSpc>
              <a:spcBef>
                <a:spcPct val="0"/>
              </a:spcBef>
              <a:buNone/>
              <a:defRPr sz="1500" b="1" kern="1200">
                <a:solidFill>
                  <a:schemeClr val="accent1"/>
                </a:solidFill>
                <a:latin typeface="+mj-lt"/>
                <a:ea typeface="+mj-ea"/>
                <a:cs typeface="+mj-cs"/>
              </a:defRPr>
            </a:lvl1pPr>
          </a:lstStyle>
          <a:p>
            <a:pPr defTabSz="914126"/>
            <a:r>
              <a:rPr lang="en-US" sz="1500" dirty="0">
                <a:solidFill>
                  <a:srgbClr val="4C3C8D"/>
                </a:solidFill>
                <a:latin typeface="Sakkal Majalla"/>
                <a:cs typeface="Sakkal Majalla"/>
              </a:rPr>
              <a:t> </a:t>
            </a:r>
            <a:r>
              <a:rPr lang="ar-SA" sz="1500" dirty="0">
                <a:solidFill>
                  <a:srgbClr val="4C3C8D"/>
                </a:solidFill>
                <a:latin typeface="Sakkal Majalla"/>
                <a:cs typeface="Sakkal Majalla"/>
              </a:rPr>
              <a:t>بطاقة </a:t>
            </a:r>
            <a:r>
              <a:rPr lang="ar-EG" sz="1500" dirty="0">
                <a:solidFill>
                  <a:srgbClr val="4C3C8D"/>
                </a:solidFill>
                <a:latin typeface="Sakkal Majalla"/>
                <a:cs typeface="Sakkal Majalla"/>
              </a:rPr>
              <a:t>السياسة</a:t>
            </a:r>
            <a:r>
              <a:rPr lang="ar-SA" sz="1500" dirty="0">
                <a:solidFill>
                  <a:srgbClr val="4C3C8D"/>
                </a:solidFill>
                <a:latin typeface="Sakkal Majalla"/>
                <a:cs typeface="Sakkal Majalla"/>
              </a:rPr>
              <a:t> </a:t>
            </a:r>
            <a:r>
              <a:rPr lang="ar-EG" sz="1500" dirty="0">
                <a:solidFill>
                  <a:srgbClr val="4C3C8D"/>
                </a:solidFill>
                <a:latin typeface="Sakkal Majalla"/>
                <a:cs typeface="Sakkal Majalla"/>
              </a:rPr>
              <a:t>"</a:t>
            </a:r>
            <a:r>
              <a:rPr lang="en-US" sz="1500" dirty="0">
                <a:solidFill>
                  <a:srgbClr val="4C3C8D"/>
                </a:solidFill>
                <a:latin typeface="Sakkal Majalla"/>
                <a:cs typeface="Sakkal Majalla"/>
              </a:rPr>
              <a:t>EA-POLC-06</a:t>
            </a:r>
            <a:r>
              <a:rPr lang="ar-EG" sz="1500" dirty="0">
                <a:solidFill>
                  <a:srgbClr val="4C3C8D"/>
                </a:solidFill>
                <a:latin typeface="Sakkal Majalla"/>
                <a:cs typeface="Sakkal Majalla"/>
              </a:rPr>
              <a:t>: سياسة تقييم الأداء وتحسين البنية المؤسسية</a:t>
            </a:r>
            <a:r>
              <a:rPr lang="ar-SA" sz="1500" dirty="0">
                <a:solidFill>
                  <a:srgbClr val="4C3C8D"/>
                </a:solidFill>
                <a:latin typeface="Sakkal Majalla"/>
                <a:cs typeface="Sakkal Majalla"/>
              </a:rPr>
              <a:t>"</a:t>
            </a:r>
          </a:p>
        </p:txBody>
      </p:sp>
      <p:graphicFrame>
        <p:nvGraphicFramePr>
          <p:cNvPr id="3" name="Table 2">
            <a:extLst>
              <a:ext uri="{FF2B5EF4-FFF2-40B4-BE49-F238E27FC236}">
                <a16:creationId xmlns:a16="http://schemas.microsoft.com/office/drawing/2014/main" id="{66878312-2240-F686-C9F0-DBE70D43B3BB}"/>
              </a:ext>
            </a:extLst>
          </p:cNvPr>
          <p:cNvGraphicFramePr>
            <a:graphicFrameLocks noGrp="1"/>
          </p:cNvGraphicFramePr>
          <p:nvPr>
            <p:extLst>
              <p:ext uri="{D42A27DB-BD31-4B8C-83A1-F6EECF244321}">
                <p14:modId xmlns:p14="http://schemas.microsoft.com/office/powerpoint/2010/main" val="703208970"/>
              </p:ext>
            </p:extLst>
          </p:nvPr>
        </p:nvGraphicFramePr>
        <p:xfrm>
          <a:off x="110004" y="923073"/>
          <a:ext cx="11390778" cy="5395345"/>
        </p:xfrm>
        <a:graphic>
          <a:graphicData uri="http://schemas.openxmlformats.org/drawingml/2006/table">
            <a:tbl>
              <a:tblPr firstRow="1" bandRow="1">
                <a:tableStyleId>{5C22544A-7EE6-4342-B048-85BDC9FD1C3A}</a:tableStyleId>
              </a:tblPr>
              <a:tblGrid>
                <a:gridCol w="9195177">
                  <a:extLst>
                    <a:ext uri="{9D8B030D-6E8A-4147-A177-3AD203B41FA5}">
                      <a16:colId xmlns:a16="http://schemas.microsoft.com/office/drawing/2014/main" val="20000"/>
                    </a:ext>
                  </a:extLst>
                </a:gridCol>
                <a:gridCol w="2195601">
                  <a:extLst>
                    <a:ext uri="{9D8B030D-6E8A-4147-A177-3AD203B41FA5}">
                      <a16:colId xmlns:a16="http://schemas.microsoft.com/office/drawing/2014/main" val="20001"/>
                    </a:ext>
                  </a:extLst>
                </a:gridCol>
              </a:tblGrid>
              <a:tr h="255000">
                <a:tc>
                  <a:txBody>
                    <a:bodyPr/>
                    <a:lstStyle/>
                    <a:p>
                      <a:pPr algn="ctr" rtl="1"/>
                      <a:r>
                        <a:rPr sz="1600" b="1" dirty="0">
                          <a:solidFill>
                            <a:srgbClr val="FFFFFF"/>
                          </a:solidFill>
                          <a:latin typeface="Sakkal Majalla"/>
                          <a:cs typeface="Sakkal Majalla"/>
                        </a:rPr>
                        <a:t>المحتوى</a:t>
                      </a:r>
                    </a:p>
                  </a:txBody>
                  <a:tcPr marL="91416" marR="91416" marT="45708" marB="45708">
                    <a:solidFill>
                      <a:schemeClr val="accent1"/>
                    </a:solidFill>
                  </a:tcPr>
                </a:tc>
                <a:tc>
                  <a:txBody>
                    <a:bodyPr/>
                    <a:lstStyle/>
                    <a:p>
                      <a:pPr algn="ctr" rtl="1"/>
                      <a:r>
                        <a:rPr sz="1600" b="1" dirty="0">
                          <a:solidFill>
                            <a:srgbClr val="FFFFFF"/>
                          </a:solidFill>
                          <a:latin typeface="Sakkal Majalla"/>
                          <a:cs typeface="Sakkal Majalla"/>
                        </a:rPr>
                        <a:t>البند</a:t>
                      </a:r>
                    </a:p>
                  </a:txBody>
                  <a:tcPr marL="91416" marR="91416" marT="45708" marB="45708">
                    <a:solidFill>
                      <a:schemeClr val="accent1"/>
                    </a:solidFill>
                  </a:tcPr>
                </a:tc>
                <a:extLst>
                  <a:ext uri="{0D108BD9-81ED-4DB2-BD59-A6C34878D82A}">
                    <a16:rowId xmlns:a16="http://schemas.microsoft.com/office/drawing/2014/main" val="10000"/>
                  </a:ext>
                </a:extLst>
              </a:tr>
              <a:tr h="235000">
                <a:tc>
                  <a:txBody>
                    <a:bodyPr/>
                    <a:lstStyle/>
                    <a:p>
                      <a:pPr algn="r" rtl="1"/>
                      <a:r>
                        <a:rPr sz="1200" b="0" dirty="0">
                          <a:solidFill>
                            <a:srgbClr val="1C2B4A"/>
                          </a:solidFill>
                          <a:latin typeface="Sakkal Majalla"/>
                          <a:cs typeface="Sakkal Majalla"/>
                        </a:rPr>
                        <a:t>سياسة تقييم الأداء وتحسين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اسم السياسة</a:t>
                      </a:r>
                    </a:p>
                  </a:txBody>
                  <a:tcPr marL="91416" marR="91416" marT="45708" marB="45708">
                    <a:solidFill>
                      <a:schemeClr val="accent1"/>
                    </a:solidFill>
                  </a:tcPr>
                </a:tc>
                <a:extLst>
                  <a:ext uri="{0D108BD9-81ED-4DB2-BD59-A6C34878D82A}">
                    <a16:rowId xmlns:a16="http://schemas.microsoft.com/office/drawing/2014/main" val="10001"/>
                  </a:ext>
                </a:extLst>
              </a:tr>
              <a:tr h="225000">
                <a:tc>
                  <a:txBody>
                    <a:bodyPr/>
                    <a:lstStyle/>
                    <a:p>
                      <a:pPr algn="r" rtl="1"/>
                      <a:r>
                        <a:rPr sz="1200" b="0" dirty="0">
                          <a:solidFill>
                            <a:srgbClr val="1C2B4A"/>
                          </a:solidFill>
                          <a:latin typeface="Sakkal Majalla"/>
                          <a:cs typeface="Sakkal Majalla"/>
                        </a:rPr>
                        <a:t>EA-POLC-06</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رمز السياسة</a:t>
                      </a:r>
                    </a:p>
                  </a:txBody>
                  <a:tcPr marL="91416" marR="91416" marT="45708" marB="45708">
                    <a:solidFill>
                      <a:schemeClr val="accent1"/>
                    </a:solidFill>
                  </a:tcPr>
                </a:tc>
                <a:extLst>
                  <a:ext uri="{0D108BD9-81ED-4DB2-BD59-A6C34878D82A}">
                    <a16:rowId xmlns:a16="http://schemas.microsoft.com/office/drawing/2014/main" val="10002"/>
                  </a:ext>
                </a:extLst>
              </a:tr>
              <a:tr h="265000">
                <a:tc>
                  <a:txBody>
                    <a:bodyPr/>
                    <a:lstStyle/>
                    <a:p>
                      <a:pPr algn="r" rtl="1"/>
                      <a:r>
                        <a:rPr sz="1200" b="0" dirty="0">
                          <a:solidFill>
                            <a:srgbClr val="1C2B4A"/>
                          </a:solidFill>
                          <a:latin typeface="Sakkal Majalla"/>
                          <a:cs typeface="Sakkal Majalla"/>
                        </a:rPr>
                        <a:t>تحدد هذه السياسة إطار قياس الأداء التشغيلي لممارسة البنية المؤسسية وآليات التحسين المستمر بناءً على نتائج القياس والتقييم الدوري</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وصف السياسة</a:t>
                      </a:r>
                    </a:p>
                  </a:txBody>
                  <a:tcPr marL="91416" marR="91416" marT="45708" marB="45708">
                    <a:solidFill>
                      <a:schemeClr val="accent1"/>
                    </a:solidFill>
                  </a:tcPr>
                </a:tc>
                <a:extLst>
                  <a:ext uri="{0D108BD9-81ED-4DB2-BD59-A6C34878D82A}">
                    <a16:rowId xmlns:a16="http://schemas.microsoft.com/office/drawing/2014/main" val="10003"/>
                  </a:ext>
                </a:extLst>
              </a:tr>
              <a:tr h="265000">
                <a:tc>
                  <a:txBody>
                    <a:bodyPr/>
                    <a:lstStyle/>
                    <a:p>
                      <a:pPr algn="r" rtl="1"/>
                      <a:r>
                        <a:rPr sz="1200" b="0" dirty="0">
                          <a:solidFill>
                            <a:srgbClr val="1C2B4A"/>
                          </a:solidFill>
                          <a:latin typeface="Sakkal Majalla"/>
                          <a:cs typeface="Sakkal Majalla"/>
                        </a:rPr>
                        <a:t>قياس الأداء التشغيلي لممارسة البنية المؤسسية وتحسينها بشكل مستمر بناءً على نتائج القياس</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الهدف / الغرض</a:t>
                      </a:r>
                    </a:p>
                  </a:txBody>
                  <a:tcPr marL="91416" marR="91416" marT="45708" marB="45708">
                    <a:solidFill>
                      <a:schemeClr val="accent1"/>
                    </a:solidFill>
                  </a:tcPr>
                </a:tc>
                <a:extLst>
                  <a:ext uri="{0D108BD9-81ED-4DB2-BD59-A6C34878D82A}">
                    <a16:rowId xmlns:a16="http://schemas.microsoft.com/office/drawing/2014/main" val="10004"/>
                  </a:ext>
                </a:extLst>
              </a:tr>
              <a:tr h="255000">
                <a:tc>
                  <a:txBody>
                    <a:bodyPr/>
                    <a:lstStyle/>
                    <a:p>
                      <a:pPr algn="r" rtl="1"/>
                      <a:r>
                        <a:rPr sz="1200" b="0" dirty="0">
                          <a:solidFill>
                            <a:srgbClr val="1C2B4A"/>
                          </a:solidFill>
                          <a:latin typeface="Sakkal Majalla"/>
                          <a:cs typeface="Sakkal Majalla"/>
                        </a:rPr>
                        <a:t>أداء مكتب البنية المؤسسية، جودة المخرجات، الامتثال، مستوى النضج، القدرات</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نطاق التطبيق</a:t>
                      </a:r>
                    </a:p>
                  </a:txBody>
                  <a:tcPr marL="91416" marR="91416" marT="45708" marB="45708">
                    <a:solidFill>
                      <a:schemeClr val="accent1"/>
                    </a:solidFill>
                  </a:tcPr>
                </a:tc>
                <a:extLst>
                  <a:ext uri="{0D108BD9-81ED-4DB2-BD59-A6C34878D82A}">
                    <a16:rowId xmlns:a16="http://schemas.microsoft.com/office/drawing/2014/main" val="10005"/>
                  </a:ext>
                </a:extLst>
              </a:tr>
              <a:tr h="255000">
                <a:tc>
                  <a:txBody>
                    <a:bodyPr/>
                    <a:lstStyle/>
                    <a:p>
                      <a:pPr algn="r" rtl="1"/>
                      <a:r>
                        <a:rPr sz="1200" b="0" dirty="0">
                          <a:solidFill>
                            <a:srgbClr val="1C2B4A"/>
                          </a:solidFill>
                          <a:latin typeface="Sakkal Majalla"/>
                          <a:cs typeface="Sakkal Majalla"/>
                        </a:rPr>
                        <a:t>فريق مكتب البنية المؤسسية، القيادة التنفيذية، الجهات المشرفة على الحوكمة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المستهدفون</a:t>
                      </a:r>
                    </a:p>
                  </a:txBody>
                  <a:tcPr marL="91416" marR="91416" marT="45708" marB="45708">
                    <a:solidFill>
                      <a:schemeClr val="accent1"/>
                    </a:solidFill>
                  </a:tcPr>
                </a:tc>
                <a:extLst>
                  <a:ext uri="{0D108BD9-81ED-4DB2-BD59-A6C34878D82A}">
                    <a16:rowId xmlns:a16="http://schemas.microsoft.com/office/drawing/2014/main" val="10006"/>
                  </a:ext>
                </a:extLst>
              </a:tr>
              <a:tr h="665000">
                <a:tc>
                  <a:txBody>
                    <a:bodyPr/>
                    <a:lstStyle/>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قياس أداء ممارسة البنية المؤسسية وفق مؤشرات معتمدة وإصدار تقارير دورية ترفع إلى الجهات المشرفة.</a:t>
                      </a:r>
                    </a:p>
                    <a:p>
                      <a:pPr algn="r" rtl="1">
                        <a:lnSpc>
                          <a:spcPts val="1300"/>
                        </a:lnSpc>
                      </a:pPr>
                      <a:r>
                        <a:rPr sz="1200" b="1" dirty="0">
                          <a:solidFill>
                            <a:srgbClr val="2C1F6B"/>
                          </a:solidFill>
                          <a:latin typeface="Sakkal Majalla"/>
                          <a:cs typeface="Sakkal Majalla"/>
                        </a:rPr>
                        <a:t>لا يجوز </a:t>
                      </a:r>
                      <a:r>
                        <a:rPr sz="1200" b="0" dirty="0">
                          <a:solidFill>
                            <a:srgbClr val="1C2B4A"/>
                          </a:solidFill>
                          <a:latin typeface="Sakkal Majalla"/>
                          <a:cs typeface="Sakkal Majalla"/>
                        </a:rPr>
                        <a:t>تجاوز دورة قياس الأداء المقررة دون مسوّغ رسمي موثق ومعتمد من الجهة المختصة.</a:t>
                      </a: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إعداد خطة تحسين مستمر مبنية على نتائج التقييم وتقييم النضج وتقديمها للجهة المختصة للاعتماد.</a:t>
                      </a:r>
                    </a:p>
                    <a:p>
                      <a:pPr algn="r" rtl="1">
                        <a:lnSpc>
                          <a:spcPts val="1300"/>
                        </a:lnSpc>
                      </a:pPr>
                      <a:r>
                        <a:rPr sz="1200" b="1" dirty="0">
                          <a:solidFill>
                            <a:srgbClr val="2C1F6B"/>
                          </a:solidFill>
                          <a:latin typeface="Sakkal Majalla"/>
                          <a:cs typeface="Sakkal Majalla"/>
                        </a:rPr>
                        <a:t>ينبغي </a:t>
                      </a:r>
                      <a:r>
                        <a:rPr sz="1200" b="0" dirty="0">
                          <a:solidFill>
                            <a:srgbClr val="1C2B4A"/>
                          </a:solidFill>
                          <a:latin typeface="Sakkal Majalla"/>
                          <a:cs typeface="Sakkal Majalla"/>
                        </a:rPr>
                        <a:t>إجراء تقييم لمستوى نضج البنية المؤسسية بصفة دورية وفق آلية موحدة مقبولة من الجهات المشرفة.</a:t>
                      </a: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حفظ أدلة القياس والتقارير ونتائج التحسين في المستودع المعتمد للرجوع إليها عند الحاجة.</a:t>
                      </a:r>
                    </a:p>
                  </a:txBody>
                  <a:tcPr marL="91416" marR="91416" marT="50000" marB="50000">
                    <a:solidFill>
                      <a:srgbClr val="EDE9F8"/>
                    </a:solidFill>
                  </a:tcPr>
                </a:tc>
                <a:tc>
                  <a:txBody>
                    <a:bodyPr/>
                    <a:lstStyle/>
                    <a:p>
                      <a:pPr algn="ctr" rtl="1"/>
                      <a:r>
                        <a:rPr lang="ar-EG" sz="1200" b="1" dirty="0">
                          <a:solidFill>
                            <a:srgbClr val="FFFFFF"/>
                          </a:solidFill>
                          <a:latin typeface="Sakkal Majalla"/>
                          <a:cs typeface="Sakkal Majalla"/>
                        </a:rPr>
                        <a:t>نص السياسة</a:t>
                      </a:r>
                      <a:endParaRPr sz="1200" b="1" dirty="0">
                        <a:solidFill>
                          <a:srgbClr val="FFFFFF"/>
                        </a:solidFill>
                        <a:latin typeface="Sakkal Majalla"/>
                        <a:cs typeface="Sakkal Majalla"/>
                      </a:endParaRPr>
                    </a:p>
                  </a:txBody>
                  <a:tcPr marL="91416" marR="91416" marT="45708" marB="45708">
                    <a:solidFill>
                      <a:srgbClr val="2C1F6B"/>
                    </a:solidFill>
                  </a:tcPr>
                </a:tc>
                <a:extLst>
                  <a:ext uri="{0D108BD9-81ED-4DB2-BD59-A6C34878D82A}">
                    <a16:rowId xmlns:a16="http://schemas.microsoft.com/office/drawing/2014/main" val="10007"/>
                  </a:ext>
                </a:extLst>
              </a:tr>
              <a:tr h="260000">
                <a:tc>
                  <a:txBody>
                    <a:bodyPr/>
                    <a:lstStyle/>
                    <a:p>
                      <a:pPr algn="r" rtl="1"/>
                      <a:r>
                        <a:rPr sz="1200" b="0" dirty="0">
                          <a:solidFill>
                            <a:srgbClr val="1C2B4A"/>
                          </a:solidFill>
                          <a:latin typeface="Sakkal Majalla"/>
                          <a:cs typeface="Sakkal Majalla"/>
                        </a:rPr>
                        <a:t>نسبة إصدار التقارير ضمن الدورية المحددة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حفظ الأدلة الكاملة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تحديث الخطط التحسينية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مؤشر</a:t>
                      </a:r>
                      <a:r>
                        <a:rPr sz="1200" b="0" dirty="0">
                          <a:solidFill>
                            <a:srgbClr val="1C2B4A"/>
                          </a:solidFill>
                          <a:latin typeface="Sakkal Majalla"/>
                          <a:cs typeface="Sakkal Majalla"/>
                        </a:rPr>
                        <a:t> مستوى النضج المؤسسي</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معايير القياس والامتثال</a:t>
                      </a:r>
                    </a:p>
                  </a:txBody>
                  <a:tcPr marL="91416" marR="91416" marT="45708" marB="45708">
                    <a:solidFill>
                      <a:schemeClr val="accent1"/>
                    </a:solidFill>
                  </a:tcPr>
                </a:tc>
                <a:extLst>
                  <a:ext uri="{0D108BD9-81ED-4DB2-BD59-A6C34878D82A}">
                    <a16:rowId xmlns:a16="http://schemas.microsoft.com/office/drawing/2014/main" val="10008"/>
                  </a:ext>
                </a:extLst>
              </a:tr>
              <a:tr h="255000">
                <a:tc>
                  <a:txBody>
                    <a:bodyPr/>
                    <a:lstStyle/>
                    <a:p>
                      <a:pPr algn="r" rtl="1"/>
                      <a:r>
                        <a:rPr sz="1200" b="0" dirty="0">
                          <a:solidFill>
                            <a:srgbClr val="1C2B4A"/>
                          </a:solidFill>
                          <a:latin typeface="Sakkal Majalla"/>
                          <a:cs typeface="Sakkal Majalla"/>
                        </a:rPr>
                        <a:t>EA-POLC-02 حوكمة </a:t>
                      </a:r>
                      <a:r>
                        <a:rPr sz="1200" b="0" dirty="0" err="1">
                          <a:solidFill>
                            <a:srgbClr val="1C2B4A"/>
                          </a:solidFill>
                          <a:latin typeface="Sakkal Majalla"/>
                          <a:cs typeface="Sakkal Majalla"/>
                        </a:rPr>
                        <a:t>البنية</a:t>
                      </a:r>
                      <a:r>
                        <a:rPr sz="1200" b="0" dirty="0">
                          <a:solidFill>
                            <a:srgbClr val="1C2B4A"/>
                          </a:solidFill>
                          <a:latin typeface="Sakkal Majalla"/>
                          <a:cs typeface="Sakkal Majalla"/>
                        </a:rPr>
                        <a:t> </a:t>
                      </a:r>
                      <a:r>
                        <a:rPr sz="1200" b="0" dirty="0" err="1">
                          <a:solidFill>
                            <a:srgbClr val="1C2B4A"/>
                          </a:solidFill>
                          <a:latin typeface="Sakkal Majalla"/>
                          <a:cs typeface="Sakkal Majalla"/>
                        </a:rPr>
                        <a:t>المؤسسية</a:t>
                      </a:r>
                      <a:r>
                        <a:rPr lang="ar-SA" sz="1200" b="0" dirty="0">
                          <a:solidFill>
                            <a:srgbClr val="1C2B4A"/>
                          </a:solidFill>
                          <a:latin typeface="Sakkal Majalla"/>
                          <a:cs typeface="Sakkal Majalla"/>
                        </a:rPr>
                        <a:t> |</a:t>
                      </a:r>
                      <a:r>
                        <a:rPr sz="1200" b="0" dirty="0">
                          <a:solidFill>
                            <a:srgbClr val="1C2B4A"/>
                          </a:solidFill>
                          <a:latin typeface="Sakkal Majalla"/>
                          <a:cs typeface="Sakkal Majalla"/>
                        </a:rPr>
                        <a:t> EA-POLC-04 </a:t>
                      </a:r>
                      <a:r>
                        <a:rPr sz="1200" b="0" dirty="0" err="1">
                          <a:solidFill>
                            <a:srgbClr val="1C2B4A"/>
                          </a:solidFill>
                          <a:latin typeface="Sakkal Majalla"/>
                          <a:cs typeface="Sakkal Majalla"/>
                        </a:rPr>
                        <a:t>التواصل</a:t>
                      </a:r>
                      <a:r>
                        <a:rPr sz="1200" b="0" dirty="0">
                          <a:solidFill>
                            <a:srgbClr val="1C2B4A"/>
                          </a:solidFill>
                          <a:latin typeface="Sakkal Majalla"/>
                          <a:cs typeface="Sakkal Majalla"/>
                        </a:rPr>
                        <a:t> </a:t>
                      </a:r>
                      <a:r>
                        <a:rPr sz="1200" b="0" dirty="0" err="1">
                          <a:solidFill>
                            <a:srgbClr val="1C2B4A"/>
                          </a:solidFill>
                          <a:latin typeface="Sakkal Majalla"/>
                          <a:cs typeface="Sakkal Majalla"/>
                        </a:rPr>
                        <a:t>والتوعية</a:t>
                      </a:r>
                      <a:r>
                        <a:rPr lang="ar-SA" sz="1200" b="0" dirty="0">
                          <a:solidFill>
                            <a:srgbClr val="1C2B4A"/>
                          </a:solidFill>
                          <a:latin typeface="Sakkal Majalla"/>
                          <a:cs typeface="Sakkal Majalla"/>
                        </a:rPr>
                        <a:t> |</a:t>
                      </a:r>
                      <a:r>
                        <a:rPr sz="1200" b="0" dirty="0">
                          <a:solidFill>
                            <a:srgbClr val="1C2B4A"/>
                          </a:solidFill>
                          <a:latin typeface="Sakkal Majalla"/>
                          <a:cs typeface="Sakkal Majalla"/>
                        </a:rPr>
                        <a:t> EA-POLC-09 إدارة المخاطر</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السياسات المرتبطة بها</a:t>
                      </a:r>
                    </a:p>
                  </a:txBody>
                  <a:tcPr marL="91416" marR="91416" marT="45708" marB="45708">
                    <a:solidFill>
                      <a:schemeClr val="accent1"/>
                    </a:solidFill>
                  </a:tcPr>
                </a:tc>
                <a:extLst>
                  <a:ext uri="{0D108BD9-81ED-4DB2-BD59-A6C34878D82A}">
                    <a16:rowId xmlns:a16="http://schemas.microsoft.com/office/drawing/2014/main" val="10009"/>
                  </a:ext>
                </a:extLst>
              </a:tr>
              <a:tr h="225000">
                <a:tc>
                  <a:txBody>
                    <a:bodyPr/>
                    <a:lstStyle/>
                    <a:p>
                      <a:pPr algn="r" rtl="1"/>
                      <a:r>
                        <a:rPr sz="1200" b="0" dirty="0">
                          <a:solidFill>
                            <a:srgbClr val="1C2B4A"/>
                          </a:solidFill>
                          <a:latin typeface="Sakkal Majalla"/>
                          <a:cs typeface="Sakkal Majalla"/>
                        </a:rPr>
                        <a:t>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المالك</a:t>
                      </a:r>
                    </a:p>
                  </a:txBody>
                  <a:tcPr marL="91416" marR="91416" marT="45708" marB="45708">
                    <a:solidFill>
                      <a:schemeClr val="accent1"/>
                    </a:solidFill>
                  </a:tcPr>
                </a:tc>
                <a:extLst>
                  <a:ext uri="{0D108BD9-81ED-4DB2-BD59-A6C34878D82A}">
                    <a16:rowId xmlns:a16="http://schemas.microsoft.com/office/drawing/2014/main" val="10010"/>
                  </a:ext>
                </a:extLst>
              </a:tr>
              <a:tr h="255000">
                <a:tc>
                  <a:txBody>
                    <a:bodyPr/>
                    <a:lstStyle/>
                    <a:p>
                      <a:pPr algn="r" rtl="1"/>
                      <a:r>
                        <a:rPr sz="1200" b="0" dirty="0">
                          <a:solidFill>
                            <a:srgbClr val="1C2B4A"/>
                          </a:solidFill>
                          <a:latin typeface="Sakkal Majalla"/>
                          <a:cs typeface="Sakkal Majalla"/>
                        </a:rPr>
                        <a:t>وفق اعتماد حوكمة البنية تليها آلية اعتماد السياسات في الهيئة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الجهة المعتمدة</a:t>
                      </a:r>
                    </a:p>
                  </a:txBody>
                  <a:tcPr marL="91416" marR="91416" marT="45708" marB="45708">
                    <a:solidFill>
                      <a:schemeClr val="accent1"/>
                    </a:solidFill>
                  </a:tcPr>
                </a:tc>
                <a:extLst>
                  <a:ext uri="{0D108BD9-81ED-4DB2-BD59-A6C34878D82A}">
                    <a16:rowId xmlns:a16="http://schemas.microsoft.com/office/drawing/2014/main" val="10011"/>
                  </a:ext>
                </a:extLst>
              </a:tr>
              <a:tr h="255000">
                <a:tc>
                  <a:txBody>
                    <a:bodyPr/>
                    <a:lstStyle/>
                    <a:p>
                      <a:pPr algn="r" rtl="1"/>
                      <a:r>
                        <a:rPr sz="1200" b="0" dirty="0">
                          <a:solidFill>
                            <a:srgbClr val="1C2B4A"/>
                          </a:solidFill>
                          <a:latin typeface="Sakkal Majalla"/>
                          <a:cs typeface="Sakkal Majalla"/>
                        </a:rPr>
                        <a:t>ISO 9001 - إدارة الجودة | TOGAF Architecture Capability Framework | مؤشرات الأداء الحكومية المعتمدة</a:t>
                      </a:r>
                    </a:p>
                  </a:txBody>
                  <a:tcPr marL="91416" marR="91416" marT="45708" marB="45708">
                    <a:solidFill>
                      <a:srgbClr val="FFFFFF"/>
                    </a:solidFill>
                  </a:tcPr>
                </a:tc>
                <a:tc>
                  <a:txBody>
                    <a:bodyPr/>
                    <a:lstStyle/>
                    <a:p>
                      <a:pPr algn="ctr" rtl="1"/>
                      <a:r>
                        <a:rPr lang="ar-EG" sz="1200" b="1" dirty="0">
                          <a:solidFill>
                            <a:srgbClr val="FFFFFF"/>
                          </a:solidFill>
                          <a:latin typeface="Sakkal Majalla"/>
                          <a:cs typeface="Sakkal Majalla"/>
                        </a:rPr>
                        <a:t>المرجعية</a:t>
                      </a:r>
                      <a:endParaRPr sz="1200" b="1" dirty="0">
                        <a:solidFill>
                          <a:srgbClr val="FFFFFF"/>
                        </a:solidFill>
                        <a:latin typeface="Sakkal Majalla"/>
                        <a:cs typeface="Sakkal Majalla"/>
                      </a:endParaRPr>
                    </a:p>
                  </a:txBody>
                  <a:tcPr marL="91416" marR="91416" marT="45708" marB="45708">
                    <a:solidFill>
                      <a:schemeClr val="accent1"/>
                    </a:solidFill>
                  </a:tcPr>
                </a:tc>
                <a:extLst>
                  <a:ext uri="{0D108BD9-81ED-4DB2-BD59-A6C34878D82A}">
                    <a16:rowId xmlns:a16="http://schemas.microsoft.com/office/drawing/2014/main" val="10012"/>
                  </a:ext>
                </a:extLst>
              </a:tr>
              <a:tr h="255000">
                <a:tc>
                  <a:txBody>
                    <a:bodyPr/>
                    <a:lstStyle/>
                    <a:p>
                      <a:pPr algn="r" rtl="1"/>
                      <a:r>
                        <a:rPr sz="1200" b="0" dirty="0">
                          <a:solidFill>
                            <a:srgbClr val="1C2B4A"/>
                          </a:solidFill>
                          <a:latin typeface="Sakkal Majalla"/>
                          <a:cs typeface="Sakkal Majalla"/>
                        </a:rPr>
                        <a:t>وفق ما تقرره الحوكمة المعتمدة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الاستثناءات / الإعفاء</a:t>
                      </a:r>
                    </a:p>
                  </a:txBody>
                  <a:tcPr marL="91416" marR="91416" marT="45708" marB="45708">
                    <a:solidFill>
                      <a:schemeClr val="accent1"/>
                    </a:solidFill>
                  </a:tcPr>
                </a:tc>
                <a:extLst>
                  <a:ext uri="{0D108BD9-81ED-4DB2-BD59-A6C34878D82A}">
                    <a16:rowId xmlns:a16="http://schemas.microsoft.com/office/drawing/2014/main" val="10013"/>
                  </a:ext>
                </a:extLst>
              </a:tr>
              <a:tr h="265000">
                <a:tc>
                  <a:txBody>
                    <a:bodyPr/>
                    <a:lstStyle/>
                    <a:p>
                      <a:pPr algn="r" rtl="1"/>
                      <a:r>
                        <a:rPr sz="1200" b="0" dirty="0">
                          <a:solidFill>
                            <a:srgbClr val="1C2B4A"/>
                          </a:solidFill>
                          <a:latin typeface="Sakkal Majalla"/>
                          <a:cs typeface="Sakkal Majalla"/>
                        </a:rPr>
                        <a:t>عدم إصدار التقارير في الدورية المحددة مخالفة تُوثَّق في سجل الامتثال | الانحرافات الجوهرية تُبلَّغ للجهات المشرفة فور رصدها</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تبعات عدم الامتثال</a:t>
                      </a:r>
                    </a:p>
                  </a:txBody>
                  <a:tcPr marL="91416" marR="91416" marT="45708" marB="45708">
                    <a:solidFill>
                      <a:schemeClr val="accent1"/>
                    </a:solidFill>
                  </a:tcPr>
                </a:tc>
                <a:extLst>
                  <a:ext uri="{0D108BD9-81ED-4DB2-BD59-A6C34878D82A}">
                    <a16:rowId xmlns:a16="http://schemas.microsoft.com/office/drawing/2014/main" val="10014"/>
                  </a:ext>
                </a:extLst>
              </a:tr>
              <a:tr h="255000">
                <a:tc>
                  <a:txBody>
                    <a:bodyPr/>
                    <a:lstStyle/>
                    <a:p>
                      <a:pPr algn="r" rtl="1"/>
                      <a:r>
                        <a:rPr sz="1200" b="0" dirty="0">
                          <a:solidFill>
                            <a:srgbClr val="1C2B4A"/>
                          </a:solidFill>
                          <a:latin typeface="Sakkal Majalla"/>
                          <a:cs typeface="Sakkal Majalla"/>
                        </a:rPr>
                        <a:t>الدورية: دورية حسب المؤشرات المعتمدة | المسؤول: مدير 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آلية المراجعة والتحديث</a:t>
                      </a:r>
                    </a:p>
                  </a:txBody>
                  <a:tcPr marL="91416" marR="91416" marT="45708" marB="45708">
                    <a:solidFill>
                      <a:schemeClr val="accent1"/>
                    </a:solidFill>
                  </a:tcPr>
                </a:tc>
                <a:extLst>
                  <a:ext uri="{0D108BD9-81ED-4DB2-BD59-A6C34878D82A}">
                    <a16:rowId xmlns:a16="http://schemas.microsoft.com/office/drawing/2014/main" val="10015"/>
                  </a:ext>
                </a:extLst>
              </a:tr>
              <a:tr h="290000">
                <a:tc>
                  <a:txBody>
                    <a:bodyPr/>
                    <a:lstStyle/>
                    <a:p>
                      <a:pPr algn="r" rtl="1"/>
                      <a:r>
                        <a:rPr sz="1100" b="0" dirty="0">
                          <a:solidFill>
                            <a:srgbClr val="1C2B4A"/>
                          </a:solidFill>
                          <a:latin typeface="Sakkal Majalla"/>
                          <a:cs typeface="Sakkal Majalla"/>
                        </a:rPr>
                        <a:t>التقرير الدوري لأداء مكتب البنية المؤسسية | قياس مستوى نضج ممارسة البنية المؤسسية | تطوير وتحديث خطة مراجعة الامتثال | مراجعة الامتثال</a:t>
                      </a:r>
                    </a:p>
                  </a:txBody>
                  <a:tcPr marL="91416" marR="91416" marT="45708" marB="45708">
                    <a:solidFill>
                      <a:srgbClr val="EEF2FF"/>
                    </a:solidFill>
                  </a:tcPr>
                </a:tc>
                <a:tc>
                  <a:txBody>
                    <a:bodyPr/>
                    <a:lstStyle/>
                    <a:p>
                      <a:pPr algn="ctr" rtl="1"/>
                      <a:r>
                        <a:rPr sz="1200" b="1" dirty="0">
                          <a:solidFill>
                            <a:srgbClr val="FFFFFF"/>
                          </a:solidFill>
                          <a:latin typeface="Sakkal Majalla"/>
                          <a:cs typeface="Sakkal Majalla"/>
                        </a:rPr>
                        <a:t>الإجراءات المرتبطة</a:t>
                      </a:r>
                    </a:p>
                  </a:txBody>
                  <a:tcPr marL="91416" marR="91416" marT="45708" marB="45708">
                    <a:solidFill>
                      <a:srgbClr val="1E40AF"/>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3784378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DE674-2A57-56F8-EAAE-8BA59831BCBF}"/>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A9E3CFF6-983D-7F08-7363-C4105B6ABF09}"/>
              </a:ext>
            </a:extLst>
          </p:cNvPr>
          <p:cNvSpPr txBox="1"/>
          <p:nvPr/>
        </p:nvSpPr>
        <p:spPr>
          <a:xfrm>
            <a:off x="834812" y="6394893"/>
            <a:ext cx="6096016" cy="307697"/>
          </a:xfrm>
          <a:prstGeom prst="rect">
            <a:avLst/>
          </a:prstGeom>
          <a:noFill/>
        </p:spPr>
        <p:txBody>
          <a:bodyPr wrap="square">
            <a:spAutoFit/>
          </a:bodyPr>
          <a:lstStyle/>
          <a:p>
            <a:pPr defTabSz="914126"/>
            <a:fld id="{008E1BDA-5E07-414A-8101-29DABEB15B19}" type="slidenum">
              <a:rPr lang="en-SA" sz="1400" b="1">
                <a:solidFill>
                  <a:srgbClr val="4C3C8D"/>
                </a:solidFill>
                <a:latin typeface="Sakkal Majalla"/>
                <a:cs typeface="Sakkal Majalla"/>
              </a:rPr>
              <a:pPr defTabSz="914126"/>
              <a:t>17</a:t>
            </a:fld>
            <a:endParaRPr lang="en-US" sz="1400" b="1" dirty="0">
              <a:solidFill>
                <a:srgbClr val="4C3C8D"/>
              </a:solidFill>
              <a:latin typeface="Sakkal Majalla"/>
              <a:cs typeface="Sakkal Majalla"/>
            </a:endParaRPr>
          </a:p>
        </p:txBody>
      </p:sp>
      <p:sp>
        <p:nvSpPr>
          <p:cNvPr id="2" name="Title 1">
            <a:extLst>
              <a:ext uri="{FF2B5EF4-FFF2-40B4-BE49-F238E27FC236}">
                <a16:creationId xmlns:a16="http://schemas.microsoft.com/office/drawing/2014/main" id="{CE529C8E-D096-B5D8-6A5D-E730EBBB3CC4}"/>
              </a:ext>
            </a:extLst>
          </p:cNvPr>
          <p:cNvSpPr txBox="1">
            <a:spLocks/>
          </p:cNvSpPr>
          <p:nvPr/>
        </p:nvSpPr>
        <p:spPr>
          <a:xfrm>
            <a:off x="2195577" y="280000"/>
            <a:ext cx="9156855" cy="820000"/>
          </a:xfrm>
          <a:prstGeom prst="rect">
            <a:avLst/>
          </a:prstGeom>
        </p:spPr>
        <p:txBody>
          <a:bodyPr vert="horz" lIns="91416" tIns="45708" rIns="0" bIns="45708" rtlCol="0" anchor="ctr" anchorCtr="0">
            <a:normAutofit/>
          </a:bodyPr>
          <a:lstStyle>
            <a:lvl1pPr algn="r" defTabSz="914400" rtl="1" eaLnBrk="1" latinLnBrk="0" hangingPunct="1">
              <a:lnSpc>
                <a:spcPct val="100000"/>
              </a:lnSpc>
              <a:spcBef>
                <a:spcPct val="0"/>
              </a:spcBef>
              <a:buNone/>
              <a:defRPr sz="1500" b="1" kern="1200">
                <a:solidFill>
                  <a:schemeClr val="accent1"/>
                </a:solidFill>
                <a:latin typeface="+mj-lt"/>
                <a:ea typeface="+mj-ea"/>
                <a:cs typeface="+mj-cs"/>
              </a:defRPr>
            </a:lvl1pPr>
          </a:lstStyle>
          <a:p>
            <a:pPr defTabSz="914126"/>
            <a:r>
              <a:rPr lang="en-US" sz="1500" dirty="0">
                <a:solidFill>
                  <a:srgbClr val="4C3C8D"/>
                </a:solidFill>
                <a:latin typeface="Sakkal Majalla"/>
                <a:cs typeface="Sakkal Majalla"/>
              </a:rPr>
              <a:t> </a:t>
            </a:r>
            <a:r>
              <a:rPr lang="ar-SA" sz="1500" dirty="0">
                <a:solidFill>
                  <a:srgbClr val="4C3C8D"/>
                </a:solidFill>
                <a:latin typeface="Sakkal Majalla"/>
                <a:cs typeface="Sakkal Majalla"/>
              </a:rPr>
              <a:t>بطاقة </a:t>
            </a:r>
            <a:r>
              <a:rPr lang="ar-EG" sz="1500" dirty="0">
                <a:solidFill>
                  <a:srgbClr val="4C3C8D"/>
                </a:solidFill>
                <a:latin typeface="Sakkal Majalla"/>
                <a:cs typeface="Sakkal Majalla"/>
              </a:rPr>
              <a:t>السياسة</a:t>
            </a:r>
            <a:r>
              <a:rPr lang="ar-SA" sz="1500" dirty="0">
                <a:solidFill>
                  <a:srgbClr val="4C3C8D"/>
                </a:solidFill>
                <a:latin typeface="Sakkal Majalla"/>
                <a:cs typeface="Sakkal Majalla"/>
              </a:rPr>
              <a:t> </a:t>
            </a:r>
            <a:r>
              <a:rPr lang="ar-EG" sz="1500" dirty="0">
                <a:solidFill>
                  <a:srgbClr val="4C3C8D"/>
                </a:solidFill>
                <a:latin typeface="Sakkal Majalla"/>
                <a:cs typeface="Sakkal Majalla"/>
              </a:rPr>
              <a:t>"</a:t>
            </a:r>
            <a:r>
              <a:rPr lang="en-US" sz="1500" dirty="0">
                <a:solidFill>
                  <a:srgbClr val="4C3C8D"/>
                </a:solidFill>
                <a:latin typeface="Sakkal Majalla"/>
                <a:cs typeface="Sakkal Majalla"/>
              </a:rPr>
              <a:t>EA-POLC-07</a:t>
            </a:r>
            <a:r>
              <a:rPr lang="ar-EG" sz="1500" dirty="0">
                <a:solidFill>
                  <a:srgbClr val="4C3C8D"/>
                </a:solidFill>
                <a:latin typeface="Sakkal Majalla"/>
                <a:cs typeface="Sakkal Majalla"/>
              </a:rPr>
              <a:t>: سياسة دعم حوكمة الاستثمارات الرقمية</a:t>
            </a:r>
            <a:r>
              <a:rPr lang="ar-SA" sz="1500" dirty="0">
                <a:solidFill>
                  <a:srgbClr val="4C3C8D"/>
                </a:solidFill>
                <a:latin typeface="Sakkal Majalla"/>
                <a:cs typeface="Sakkal Majalla"/>
              </a:rPr>
              <a:t>"</a:t>
            </a:r>
          </a:p>
        </p:txBody>
      </p:sp>
      <p:graphicFrame>
        <p:nvGraphicFramePr>
          <p:cNvPr id="3" name="Table 2">
            <a:extLst>
              <a:ext uri="{FF2B5EF4-FFF2-40B4-BE49-F238E27FC236}">
                <a16:creationId xmlns:a16="http://schemas.microsoft.com/office/drawing/2014/main" id="{B0CC5B17-699D-4516-80BB-1A28B91D1A7F}"/>
              </a:ext>
            </a:extLst>
          </p:cNvPr>
          <p:cNvGraphicFramePr>
            <a:graphicFrameLocks noGrp="1"/>
          </p:cNvGraphicFramePr>
          <p:nvPr>
            <p:extLst>
              <p:ext uri="{D42A27DB-BD31-4B8C-83A1-F6EECF244321}">
                <p14:modId xmlns:p14="http://schemas.microsoft.com/office/powerpoint/2010/main" val="646366418"/>
              </p:ext>
            </p:extLst>
          </p:nvPr>
        </p:nvGraphicFramePr>
        <p:xfrm>
          <a:off x="474786" y="955149"/>
          <a:ext cx="11242428" cy="5395345"/>
        </p:xfrm>
        <a:graphic>
          <a:graphicData uri="http://schemas.openxmlformats.org/drawingml/2006/table">
            <a:tbl>
              <a:tblPr firstRow="1" bandRow="1">
                <a:tableStyleId>{5C22544A-7EE6-4342-B048-85BDC9FD1C3A}</a:tableStyleId>
              </a:tblPr>
              <a:tblGrid>
                <a:gridCol w="9075421">
                  <a:extLst>
                    <a:ext uri="{9D8B030D-6E8A-4147-A177-3AD203B41FA5}">
                      <a16:colId xmlns:a16="http://schemas.microsoft.com/office/drawing/2014/main" val="20000"/>
                    </a:ext>
                  </a:extLst>
                </a:gridCol>
                <a:gridCol w="2167007">
                  <a:extLst>
                    <a:ext uri="{9D8B030D-6E8A-4147-A177-3AD203B41FA5}">
                      <a16:colId xmlns:a16="http://schemas.microsoft.com/office/drawing/2014/main" val="20001"/>
                    </a:ext>
                  </a:extLst>
                </a:gridCol>
              </a:tblGrid>
              <a:tr h="255000">
                <a:tc>
                  <a:txBody>
                    <a:bodyPr/>
                    <a:lstStyle/>
                    <a:p>
                      <a:pPr algn="ctr" rtl="1"/>
                      <a:r>
                        <a:rPr sz="1600" b="1" dirty="0">
                          <a:solidFill>
                            <a:srgbClr val="FFFFFF"/>
                          </a:solidFill>
                          <a:latin typeface="Sakkal Majalla"/>
                          <a:cs typeface="Sakkal Majalla"/>
                        </a:rPr>
                        <a:t>المحتوى</a:t>
                      </a:r>
                    </a:p>
                  </a:txBody>
                  <a:tcPr marL="91416" marR="91416" marT="45708" marB="45708">
                    <a:solidFill>
                      <a:schemeClr val="accent1"/>
                    </a:solidFill>
                  </a:tcPr>
                </a:tc>
                <a:tc>
                  <a:txBody>
                    <a:bodyPr/>
                    <a:lstStyle/>
                    <a:p>
                      <a:pPr algn="ctr" rtl="1"/>
                      <a:r>
                        <a:rPr sz="1600" b="1" dirty="0">
                          <a:solidFill>
                            <a:srgbClr val="FFFFFF"/>
                          </a:solidFill>
                          <a:latin typeface="Sakkal Majalla"/>
                          <a:cs typeface="Sakkal Majalla"/>
                        </a:rPr>
                        <a:t>البند</a:t>
                      </a:r>
                    </a:p>
                  </a:txBody>
                  <a:tcPr marL="91416" marR="91416" marT="45708" marB="45708">
                    <a:solidFill>
                      <a:schemeClr val="accent1"/>
                    </a:solidFill>
                  </a:tcPr>
                </a:tc>
                <a:extLst>
                  <a:ext uri="{0D108BD9-81ED-4DB2-BD59-A6C34878D82A}">
                    <a16:rowId xmlns:a16="http://schemas.microsoft.com/office/drawing/2014/main" val="10000"/>
                  </a:ext>
                </a:extLst>
              </a:tr>
              <a:tr h="235000">
                <a:tc>
                  <a:txBody>
                    <a:bodyPr/>
                    <a:lstStyle/>
                    <a:p>
                      <a:pPr algn="r" rtl="1"/>
                      <a:r>
                        <a:rPr sz="1200" b="0" dirty="0">
                          <a:solidFill>
                            <a:srgbClr val="1C2B4A"/>
                          </a:solidFill>
                          <a:latin typeface="Sakkal Majalla"/>
                          <a:cs typeface="Sakkal Majalla"/>
                        </a:rPr>
                        <a:t>سياسة دعم حوكمة الاستثمارات الرقمية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اسم السياسة</a:t>
                      </a:r>
                    </a:p>
                  </a:txBody>
                  <a:tcPr marL="91416" marR="91416" marT="45708" marB="45708">
                    <a:solidFill>
                      <a:schemeClr val="accent1"/>
                    </a:solidFill>
                  </a:tcPr>
                </a:tc>
                <a:extLst>
                  <a:ext uri="{0D108BD9-81ED-4DB2-BD59-A6C34878D82A}">
                    <a16:rowId xmlns:a16="http://schemas.microsoft.com/office/drawing/2014/main" val="10001"/>
                  </a:ext>
                </a:extLst>
              </a:tr>
              <a:tr h="225000">
                <a:tc>
                  <a:txBody>
                    <a:bodyPr/>
                    <a:lstStyle/>
                    <a:p>
                      <a:pPr algn="r" rtl="1"/>
                      <a:r>
                        <a:rPr sz="1200" b="0" dirty="0">
                          <a:solidFill>
                            <a:srgbClr val="1C2B4A"/>
                          </a:solidFill>
                          <a:latin typeface="Sakkal Majalla"/>
                          <a:cs typeface="Sakkal Majalla"/>
                        </a:rPr>
                        <a:t>EA-POLC-07</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رمز السياسة</a:t>
                      </a:r>
                    </a:p>
                  </a:txBody>
                  <a:tcPr marL="91416" marR="91416" marT="45708" marB="45708">
                    <a:solidFill>
                      <a:schemeClr val="accent1"/>
                    </a:solidFill>
                  </a:tcPr>
                </a:tc>
                <a:extLst>
                  <a:ext uri="{0D108BD9-81ED-4DB2-BD59-A6C34878D82A}">
                    <a16:rowId xmlns:a16="http://schemas.microsoft.com/office/drawing/2014/main" val="10002"/>
                  </a:ext>
                </a:extLst>
              </a:tr>
              <a:tr h="265000">
                <a:tc>
                  <a:txBody>
                    <a:bodyPr/>
                    <a:lstStyle/>
                    <a:p>
                      <a:pPr algn="r" rtl="1"/>
                      <a:r>
                        <a:rPr sz="1200" b="0" dirty="0">
                          <a:solidFill>
                            <a:srgbClr val="1C2B4A"/>
                          </a:solidFill>
                          <a:latin typeface="Sakkal Majalla"/>
                          <a:cs typeface="Sakkal Majalla"/>
                        </a:rPr>
                        <a:t>تحدد هذه السياسة دور مكتب البنية المؤسسية في دعم قرارات الاستثمار الرقمي من خلال المنظور المعماري لتحقيق المواءمة وتخفيض المخاطر وضمان جودة الطرح والتنفيذ</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وصف السياسة</a:t>
                      </a:r>
                    </a:p>
                  </a:txBody>
                  <a:tcPr marL="91416" marR="91416" marT="45708" marB="45708">
                    <a:solidFill>
                      <a:schemeClr val="accent1"/>
                    </a:solidFill>
                  </a:tcPr>
                </a:tc>
                <a:extLst>
                  <a:ext uri="{0D108BD9-81ED-4DB2-BD59-A6C34878D82A}">
                    <a16:rowId xmlns:a16="http://schemas.microsoft.com/office/drawing/2014/main" val="10003"/>
                  </a:ext>
                </a:extLst>
              </a:tr>
              <a:tr h="265000">
                <a:tc>
                  <a:txBody>
                    <a:bodyPr/>
                    <a:lstStyle/>
                    <a:p>
                      <a:pPr algn="r" rtl="1"/>
                      <a:r>
                        <a:rPr sz="1200" b="0" dirty="0">
                          <a:solidFill>
                            <a:srgbClr val="1C2B4A"/>
                          </a:solidFill>
                          <a:latin typeface="Sakkal Majalla"/>
                          <a:cs typeface="Sakkal Majalla"/>
                        </a:rPr>
                        <a:t>دعم قرارات الاستثمار الرقمي بمنظور معماري يحقق المواءمة ويخفض المخاطر ويعزز جودة الطرح والتنفيذ</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الهدف / الغرض</a:t>
                      </a:r>
                    </a:p>
                  </a:txBody>
                  <a:tcPr marL="91416" marR="91416" marT="45708" marB="45708">
                    <a:solidFill>
                      <a:schemeClr val="accent1"/>
                    </a:solidFill>
                  </a:tcPr>
                </a:tc>
                <a:extLst>
                  <a:ext uri="{0D108BD9-81ED-4DB2-BD59-A6C34878D82A}">
                    <a16:rowId xmlns:a16="http://schemas.microsoft.com/office/drawing/2014/main" val="10004"/>
                  </a:ext>
                </a:extLst>
              </a:tr>
              <a:tr h="255000">
                <a:tc>
                  <a:txBody>
                    <a:bodyPr/>
                    <a:lstStyle/>
                    <a:p>
                      <a:pPr algn="r" rtl="1"/>
                      <a:r>
                        <a:rPr sz="1200" b="0" dirty="0">
                          <a:solidFill>
                            <a:srgbClr val="1C2B4A"/>
                          </a:solidFill>
                          <a:latin typeface="Sakkal Majalla"/>
                          <a:cs typeface="Sakkal Majalla"/>
                        </a:rPr>
                        <a:t>المبادرات والمشاريع والاستثمارات الرقمية ذات الأثر المعماري</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نطاق التطبيق</a:t>
                      </a:r>
                    </a:p>
                  </a:txBody>
                  <a:tcPr marL="91416" marR="91416" marT="45708" marB="45708">
                    <a:solidFill>
                      <a:schemeClr val="accent1"/>
                    </a:solidFill>
                  </a:tcPr>
                </a:tc>
                <a:extLst>
                  <a:ext uri="{0D108BD9-81ED-4DB2-BD59-A6C34878D82A}">
                    <a16:rowId xmlns:a16="http://schemas.microsoft.com/office/drawing/2014/main" val="10005"/>
                  </a:ext>
                </a:extLst>
              </a:tr>
              <a:tr h="255000">
                <a:tc>
                  <a:txBody>
                    <a:bodyPr/>
                    <a:lstStyle/>
                    <a:p>
                      <a:pPr algn="r" rtl="1"/>
                      <a:r>
                        <a:rPr sz="1200" b="0" dirty="0">
                          <a:solidFill>
                            <a:srgbClr val="1C2B4A"/>
                          </a:solidFill>
                          <a:latin typeface="Sakkal Majalla"/>
                          <a:cs typeface="Sakkal Majalla"/>
                        </a:rPr>
                        <a:t>لجان الاستثمار، مدراء المشاريع، الملاك التنفيذيون للمشاريع، إدارة التخطيط والميزانية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المستهدفون</a:t>
                      </a:r>
                    </a:p>
                  </a:txBody>
                  <a:tcPr marL="91416" marR="91416" marT="45708" marB="45708">
                    <a:solidFill>
                      <a:schemeClr val="accent1"/>
                    </a:solidFill>
                  </a:tcPr>
                </a:tc>
                <a:extLst>
                  <a:ext uri="{0D108BD9-81ED-4DB2-BD59-A6C34878D82A}">
                    <a16:rowId xmlns:a16="http://schemas.microsoft.com/office/drawing/2014/main" val="10006"/>
                  </a:ext>
                </a:extLst>
              </a:tr>
              <a:tr h="665000">
                <a:tc>
                  <a:txBody>
                    <a:bodyPr/>
                    <a:lstStyle/>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إشراك مكتب البنية المؤسسية في مرحلة إعداد كراسات الشروط لجميع الاستثمارات الرقمية ذات الأثر المعماري.</a:t>
                      </a:r>
                    </a:p>
                    <a:p>
                      <a:pPr algn="r" rtl="1">
                        <a:lnSpc>
                          <a:spcPts val="1300"/>
                        </a:lnSpc>
                      </a:pPr>
                      <a:r>
                        <a:rPr sz="1200" b="1" dirty="0">
                          <a:solidFill>
                            <a:srgbClr val="2C1F6B"/>
                          </a:solidFill>
                          <a:latin typeface="Sakkal Majalla"/>
                          <a:cs typeface="Sakkal Majalla"/>
                        </a:rPr>
                        <a:t>لا يجوز </a:t>
                      </a:r>
                      <a:r>
                        <a:rPr sz="1200" b="0" dirty="0">
                          <a:solidFill>
                            <a:srgbClr val="1C2B4A"/>
                          </a:solidFill>
                          <a:latin typeface="Sakkal Majalla"/>
                          <a:cs typeface="Sakkal Majalla"/>
                        </a:rPr>
                        <a:t>اعتماد أي مشروع رقمي رئيسي دون الحصول على مراجعة معمارية موثقة من مكتب البنية المؤسسية.</a:t>
                      </a: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تقديم توصيات مكتب البنية المؤسسية إلى </a:t>
                      </a:r>
                      <a:r>
                        <a:rPr lang="ar-EG" sz="1200" b="0" dirty="0">
                          <a:solidFill>
                            <a:srgbClr val="1C2B4A"/>
                          </a:solidFill>
                          <a:latin typeface="Sakkal Majalla"/>
                          <a:cs typeface="Sakkal Majalla"/>
                        </a:rPr>
                        <a:t>اللجان ذات العلاقة </a:t>
                      </a:r>
                      <a:r>
                        <a:rPr sz="1200" b="0" dirty="0" err="1">
                          <a:solidFill>
                            <a:srgbClr val="1C2B4A"/>
                          </a:solidFill>
                          <a:latin typeface="Sakkal Majalla"/>
                          <a:cs typeface="Sakkal Majalla"/>
                        </a:rPr>
                        <a:t>قبل</a:t>
                      </a:r>
                      <a:r>
                        <a:rPr sz="1200" b="0" dirty="0">
                          <a:solidFill>
                            <a:srgbClr val="1C2B4A"/>
                          </a:solidFill>
                          <a:latin typeface="Sakkal Majalla"/>
                          <a:cs typeface="Sakkal Majalla"/>
                        </a:rPr>
                        <a:t> اتخاذ قرارات الاعتماد النهائية.</a:t>
                      </a:r>
                    </a:p>
                    <a:p>
                      <a:pPr algn="r" rtl="1">
                        <a:lnSpc>
                          <a:spcPts val="1300"/>
                        </a:lnSpc>
                      </a:pPr>
                      <a:r>
                        <a:rPr sz="1200" b="1" dirty="0">
                          <a:solidFill>
                            <a:srgbClr val="2C1F6B"/>
                          </a:solidFill>
                          <a:latin typeface="Sakkal Majalla"/>
                          <a:cs typeface="Sakkal Majalla"/>
                        </a:rPr>
                        <a:t>ينبغي </a:t>
                      </a:r>
                      <a:r>
                        <a:rPr sz="1200" b="0" dirty="0">
                          <a:solidFill>
                            <a:srgbClr val="1C2B4A"/>
                          </a:solidFill>
                          <a:latin typeface="Sakkal Majalla"/>
                          <a:cs typeface="Sakkal Majalla"/>
                        </a:rPr>
                        <a:t>توثيق قرار قبول أو رفض التوصيات المعمارية مع مبرراته الكافية في سجل رسمي معتمد.</a:t>
                      </a: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متابعة مدى الامتثال للمواصفات المعمارية المعتمدة خلال دورة تنفيذ المشاريع.</a:t>
                      </a:r>
                    </a:p>
                  </a:txBody>
                  <a:tcPr marL="91416" marR="91416" marT="50000" marB="50000">
                    <a:solidFill>
                      <a:srgbClr val="EDE9F8"/>
                    </a:solidFill>
                  </a:tcPr>
                </a:tc>
                <a:tc>
                  <a:txBody>
                    <a:bodyPr/>
                    <a:lstStyle/>
                    <a:p>
                      <a:pPr algn="ctr" rtl="1"/>
                      <a:r>
                        <a:rPr lang="ar-EG" sz="1200" b="1" dirty="0">
                          <a:solidFill>
                            <a:srgbClr val="FFFFFF"/>
                          </a:solidFill>
                          <a:latin typeface="Sakkal Majalla"/>
                          <a:cs typeface="Sakkal Majalla"/>
                        </a:rPr>
                        <a:t>نص السياسة</a:t>
                      </a:r>
                      <a:endParaRPr sz="1200" b="1" dirty="0">
                        <a:solidFill>
                          <a:srgbClr val="FFFFFF"/>
                        </a:solidFill>
                        <a:latin typeface="Sakkal Majalla"/>
                        <a:cs typeface="Sakkal Majalla"/>
                      </a:endParaRPr>
                    </a:p>
                  </a:txBody>
                  <a:tcPr marL="91416" marR="91416" marT="45708" marB="45708">
                    <a:solidFill>
                      <a:srgbClr val="2C1F6B"/>
                    </a:solidFill>
                  </a:tcPr>
                </a:tc>
                <a:extLst>
                  <a:ext uri="{0D108BD9-81ED-4DB2-BD59-A6C34878D82A}">
                    <a16:rowId xmlns:a16="http://schemas.microsoft.com/office/drawing/2014/main" val="10007"/>
                  </a:ext>
                </a:extLst>
              </a:tr>
              <a:tr h="260000">
                <a:tc>
                  <a:txBody>
                    <a:bodyPr/>
                    <a:lstStyle/>
                    <a:p>
                      <a:pPr algn="r" rtl="1"/>
                      <a:r>
                        <a:rPr sz="1200" b="0" dirty="0">
                          <a:solidFill>
                            <a:srgbClr val="1C2B4A"/>
                          </a:solidFill>
                          <a:latin typeface="Sakkal Majalla"/>
                          <a:cs typeface="Sakkal Majalla"/>
                        </a:rPr>
                        <a:t>نسبة وجود مخرجات موثقة للمراجعات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معالجة الملاحظات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حفظ الأدلة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تغطية المشاريع بالمراجعة المعمارية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معايير القياس والامتثال</a:t>
                      </a:r>
                    </a:p>
                  </a:txBody>
                  <a:tcPr marL="91416" marR="91416" marT="45708" marB="45708">
                    <a:solidFill>
                      <a:schemeClr val="accent1"/>
                    </a:solidFill>
                  </a:tcPr>
                </a:tc>
                <a:extLst>
                  <a:ext uri="{0D108BD9-81ED-4DB2-BD59-A6C34878D82A}">
                    <a16:rowId xmlns:a16="http://schemas.microsoft.com/office/drawing/2014/main" val="10008"/>
                  </a:ext>
                </a:extLst>
              </a:tr>
              <a:tr h="255000">
                <a:tc>
                  <a:txBody>
                    <a:bodyPr/>
                    <a:lstStyle/>
                    <a:p>
                      <a:pPr algn="r" rtl="0"/>
                      <a:r>
                        <a:rPr sz="1200" b="0" dirty="0">
                          <a:solidFill>
                            <a:srgbClr val="1C2B4A"/>
                          </a:solidFill>
                          <a:latin typeface="Sakkal Majalla"/>
                          <a:cs typeface="Sakkal Majalla"/>
                        </a:rPr>
                        <a:t>EA-POLC-02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حوكمة</a:t>
                      </a:r>
                      <a:r>
                        <a:rPr sz="1200" b="0" dirty="0">
                          <a:solidFill>
                            <a:srgbClr val="1C2B4A"/>
                          </a:solidFill>
                          <a:latin typeface="Sakkal Majalla"/>
                          <a:cs typeface="Sakkal Majalla"/>
                        </a:rPr>
                        <a:t> البنية المؤسسية | EA-POLC-05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إدارة</a:t>
                      </a:r>
                      <a:r>
                        <a:rPr sz="1200" b="0" dirty="0">
                          <a:solidFill>
                            <a:srgbClr val="1C2B4A"/>
                          </a:solidFill>
                          <a:latin typeface="Sakkal Majalla"/>
                          <a:cs typeface="Sakkal Majalla"/>
                        </a:rPr>
                        <a:t> الطلبات | EA-POLC-09 إدارة المخاطر</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السياسات المرتبطة بها</a:t>
                      </a:r>
                    </a:p>
                  </a:txBody>
                  <a:tcPr marL="91416" marR="91416" marT="45708" marB="45708">
                    <a:solidFill>
                      <a:schemeClr val="accent1"/>
                    </a:solidFill>
                  </a:tcPr>
                </a:tc>
                <a:extLst>
                  <a:ext uri="{0D108BD9-81ED-4DB2-BD59-A6C34878D82A}">
                    <a16:rowId xmlns:a16="http://schemas.microsoft.com/office/drawing/2014/main" val="10009"/>
                  </a:ext>
                </a:extLst>
              </a:tr>
              <a:tr h="225000">
                <a:tc>
                  <a:txBody>
                    <a:bodyPr/>
                    <a:lstStyle/>
                    <a:p>
                      <a:pPr algn="r" rtl="1"/>
                      <a:r>
                        <a:rPr sz="1200" b="0" dirty="0">
                          <a:solidFill>
                            <a:srgbClr val="1C2B4A"/>
                          </a:solidFill>
                          <a:latin typeface="Sakkal Majalla"/>
                          <a:cs typeface="Sakkal Majalla"/>
                        </a:rPr>
                        <a:t>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المالك</a:t>
                      </a:r>
                    </a:p>
                  </a:txBody>
                  <a:tcPr marL="91416" marR="91416" marT="45708" marB="45708">
                    <a:solidFill>
                      <a:schemeClr val="accent1"/>
                    </a:solidFill>
                  </a:tcPr>
                </a:tc>
                <a:extLst>
                  <a:ext uri="{0D108BD9-81ED-4DB2-BD59-A6C34878D82A}">
                    <a16:rowId xmlns:a16="http://schemas.microsoft.com/office/drawing/2014/main" val="10010"/>
                  </a:ext>
                </a:extLst>
              </a:tr>
              <a:tr h="255000">
                <a:tc>
                  <a:txBody>
                    <a:bodyPr/>
                    <a:lstStyle/>
                    <a:p>
                      <a:pPr algn="r" rtl="1"/>
                      <a:r>
                        <a:rPr sz="1200" b="0" dirty="0">
                          <a:solidFill>
                            <a:srgbClr val="1C2B4A"/>
                          </a:solidFill>
                          <a:latin typeface="Sakkal Majalla"/>
                          <a:cs typeface="Sakkal Majalla"/>
                        </a:rPr>
                        <a:t>وفق اعتماد حوكمة البنية تليها آلية اعتماد السياسات في الهيئة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الجهة المعتمدة</a:t>
                      </a:r>
                    </a:p>
                  </a:txBody>
                  <a:tcPr marL="91416" marR="91416" marT="45708" marB="45708">
                    <a:solidFill>
                      <a:schemeClr val="accent1"/>
                    </a:solidFill>
                  </a:tcPr>
                </a:tc>
                <a:extLst>
                  <a:ext uri="{0D108BD9-81ED-4DB2-BD59-A6C34878D82A}">
                    <a16:rowId xmlns:a16="http://schemas.microsoft.com/office/drawing/2014/main" val="10011"/>
                  </a:ext>
                </a:extLst>
              </a:tr>
              <a:tr h="255000">
                <a:tc>
                  <a:txBody>
                    <a:bodyPr/>
                    <a:lstStyle/>
                    <a:p>
                      <a:pPr algn="r" rtl="0"/>
                      <a:r>
                        <a:rPr sz="1200" b="0" dirty="0">
                          <a:solidFill>
                            <a:srgbClr val="1C2B4A"/>
                          </a:solidFill>
                          <a:latin typeface="Sakkal Majalla"/>
                          <a:cs typeface="Sakkal Majalla"/>
                        </a:rPr>
                        <a:t>إطار حوكمة الاستثمارات الحكومية | COBIT APO05 | لوائح المشتريات الحكومية | استراتيجية التحول الرقمي</a:t>
                      </a:r>
                    </a:p>
                  </a:txBody>
                  <a:tcPr marL="91416" marR="91416" marT="45708" marB="45708">
                    <a:solidFill>
                      <a:srgbClr val="FFFFFF"/>
                    </a:solidFill>
                  </a:tcPr>
                </a:tc>
                <a:tc>
                  <a:txBody>
                    <a:bodyPr/>
                    <a:lstStyle/>
                    <a:p>
                      <a:pPr algn="ctr" rtl="1"/>
                      <a:r>
                        <a:rPr lang="ar-EG" sz="1200" b="1" dirty="0">
                          <a:solidFill>
                            <a:srgbClr val="FFFFFF"/>
                          </a:solidFill>
                          <a:latin typeface="Sakkal Majalla"/>
                          <a:cs typeface="Sakkal Majalla"/>
                        </a:rPr>
                        <a:t>المرجعية</a:t>
                      </a:r>
                      <a:endParaRPr sz="1200" b="1" dirty="0">
                        <a:solidFill>
                          <a:srgbClr val="FFFFFF"/>
                        </a:solidFill>
                        <a:latin typeface="Sakkal Majalla"/>
                        <a:cs typeface="Sakkal Majalla"/>
                      </a:endParaRPr>
                    </a:p>
                  </a:txBody>
                  <a:tcPr marL="91416" marR="91416" marT="45708" marB="45708">
                    <a:solidFill>
                      <a:schemeClr val="accent1"/>
                    </a:solidFill>
                  </a:tcPr>
                </a:tc>
                <a:extLst>
                  <a:ext uri="{0D108BD9-81ED-4DB2-BD59-A6C34878D82A}">
                    <a16:rowId xmlns:a16="http://schemas.microsoft.com/office/drawing/2014/main" val="10012"/>
                  </a:ext>
                </a:extLst>
              </a:tr>
              <a:tr h="255000">
                <a:tc>
                  <a:txBody>
                    <a:bodyPr/>
                    <a:lstStyle/>
                    <a:p>
                      <a:pPr algn="r" rtl="1"/>
                      <a:r>
                        <a:rPr sz="1200" b="0" dirty="0">
                          <a:solidFill>
                            <a:srgbClr val="1C2B4A"/>
                          </a:solidFill>
                          <a:latin typeface="Sakkal Majalla"/>
                          <a:cs typeface="Sakkal Majalla"/>
                        </a:rPr>
                        <a:t>وفق آلية الإعفاء المعتمدة وبقرار موثق عند الحاجة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الاستثناءات / الإعفاء</a:t>
                      </a:r>
                    </a:p>
                  </a:txBody>
                  <a:tcPr marL="91416" marR="91416" marT="45708" marB="45708">
                    <a:solidFill>
                      <a:schemeClr val="accent1"/>
                    </a:solidFill>
                  </a:tcPr>
                </a:tc>
                <a:extLst>
                  <a:ext uri="{0D108BD9-81ED-4DB2-BD59-A6C34878D82A}">
                    <a16:rowId xmlns:a16="http://schemas.microsoft.com/office/drawing/2014/main" val="10013"/>
                  </a:ext>
                </a:extLst>
              </a:tr>
              <a:tr h="265000">
                <a:tc>
                  <a:txBody>
                    <a:bodyPr/>
                    <a:lstStyle/>
                    <a:p>
                      <a:pPr algn="r" rtl="1"/>
                      <a:r>
                        <a:rPr sz="1200" b="0" dirty="0">
                          <a:solidFill>
                            <a:srgbClr val="1C2B4A"/>
                          </a:solidFill>
                          <a:latin typeface="Sakkal Majalla"/>
                          <a:cs typeface="Sakkal Majalla"/>
                        </a:rPr>
                        <a:t>يُعلَّق اعتماد المشاريع التي تجاوزت المراجعة المعمارية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يبلَ</a:t>
                      </a:r>
                      <a:r>
                        <a:rPr lang="en-US" sz="1200" b="0" dirty="0" err="1">
                          <a:solidFill>
                            <a:srgbClr val="1C2B4A"/>
                          </a:solidFill>
                          <a:latin typeface="Sakkal Majalla"/>
                          <a:cs typeface="Sakkal Majalla"/>
                        </a:rPr>
                        <a:t>ّ</a:t>
                      </a:r>
                      <a:r>
                        <a:rPr sz="1200" b="0" dirty="0" err="1">
                          <a:solidFill>
                            <a:srgbClr val="1C2B4A"/>
                          </a:solidFill>
                          <a:latin typeface="Sakkal Majalla"/>
                          <a:cs typeface="Sakkal Majalla"/>
                        </a:rPr>
                        <a:t>غ</a:t>
                      </a:r>
                      <a:r>
                        <a:rPr sz="1200" b="0" dirty="0">
                          <a:solidFill>
                            <a:srgbClr val="1C2B4A"/>
                          </a:solidFill>
                          <a:latin typeface="Sakkal Majalla"/>
                          <a:cs typeface="Sakkal Majalla"/>
                        </a:rPr>
                        <a:t> </a:t>
                      </a:r>
                      <a:r>
                        <a:rPr lang="ar-EG" sz="1200" b="0" dirty="0">
                          <a:solidFill>
                            <a:srgbClr val="1C2B4A"/>
                          </a:solidFill>
                          <a:latin typeface="Sakkal Majalla"/>
                          <a:cs typeface="Sakkal Majalla"/>
                        </a:rPr>
                        <a:t>لجنة الحوكمة</a:t>
                      </a:r>
                      <a:endParaRPr sz="1200" b="0" dirty="0">
                        <a:solidFill>
                          <a:srgbClr val="1C2B4A"/>
                        </a:solidFill>
                        <a:latin typeface="Sakkal Majalla"/>
                        <a:cs typeface="Sakkal Majalla"/>
                      </a:endParaRP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تبعات عدم الامتثال</a:t>
                      </a:r>
                    </a:p>
                  </a:txBody>
                  <a:tcPr marL="91416" marR="91416" marT="45708" marB="45708">
                    <a:solidFill>
                      <a:schemeClr val="accent1"/>
                    </a:solidFill>
                  </a:tcPr>
                </a:tc>
                <a:extLst>
                  <a:ext uri="{0D108BD9-81ED-4DB2-BD59-A6C34878D82A}">
                    <a16:rowId xmlns:a16="http://schemas.microsoft.com/office/drawing/2014/main" val="10014"/>
                  </a:ext>
                </a:extLst>
              </a:tr>
              <a:tr h="255000">
                <a:tc>
                  <a:txBody>
                    <a:bodyPr/>
                    <a:lstStyle/>
                    <a:p>
                      <a:pPr algn="r" rtl="1"/>
                      <a:r>
                        <a:rPr sz="1200" b="0" dirty="0">
                          <a:solidFill>
                            <a:srgbClr val="1C2B4A"/>
                          </a:solidFill>
                          <a:latin typeface="Sakkal Majalla"/>
                          <a:cs typeface="Sakkal Majalla"/>
                        </a:rPr>
                        <a:t>الدورية: حسب دورات المشاريع مع مراجعات دورية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المسؤول</a:t>
                      </a:r>
                      <a:r>
                        <a:rPr sz="1200" b="0" dirty="0">
                          <a:solidFill>
                            <a:srgbClr val="1C2B4A"/>
                          </a:solidFill>
                          <a:latin typeface="Sakkal Majalla"/>
                          <a:cs typeface="Sakkal Majalla"/>
                        </a:rPr>
                        <a:t>: مدير 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آلية المراجعة والتحديث</a:t>
                      </a:r>
                    </a:p>
                  </a:txBody>
                  <a:tcPr marL="91416" marR="91416" marT="45708" marB="45708">
                    <a:solidFill>
                      <a:schemeClr val="accent1"/>
                    </a:solidFill>
                  </a:tcPr>
                </a:tc>
                <a:extLst>
                  <a:ext uri="{0D108BD9-81ED-4DB2-BD59-A6C34878D82A}">
                    <a16:rowId xmlns:a16="http://schemas.microsoft.com/office/drawing/2014/main" val="10015"/>
                  </a:ext>
                </a:extLst>
              </a:tr>
              <a:tr h="290000">
                <a:tc>
                  <a:txBody>
                    <a:bodyPr/>
                    <a:lstStyle/>
                    <a:p>
                      <a:pPr algn="r" rtl="1"/>
                      <a:r>
                        <a:rPr sz="1100" b="0" dirty="0">
                          <a:solidFill>
                            <a:srgbClr val="1C2B4A"/>
                          </a:solidFill>
                          <a:latin typeface="Sakkal Majalla"/>
                          <a:cs typeface="Sakkal Majalla"/>
                        </a:rPr>
                        <a:t>مراجعة كراسات الشروط والمواصفات للمشاريع الرقمية | تقييم عروض الموردين | متابعة تنفيذ خارطة طريق التحول الرقمي | تجربة حالة استخدام</a:t>
                      </a:r>
                    </a:p>
                  </a:txBody>
                  <a:tcPr marL="91416" marR="91416" marT="45708" marB="45708">
                    <a:solidFill>
                      <a:srgbClr val="EEF2FF"/>
                    </a:solidFill>
                  </a:tcPr>
                </a:tc>
                <a:tc>
                  <a:txBody>
                    <a:bodyPr/>
                    <a:lstStyle/>
                    <a:p>
                      <a:pPr algn="ctr" rtl="1"/>
                      <a:r>
                        <a:rPr sz="1200" b="1" dirty="0">
                          <a:solidFill>
                            <a:srgbClr val="FFFFFF"/>
                          </a:solidFill>
                          <a:latin typeface="Sakkal Majalla"/>
                          <a:cs typeface="Sakkal Majalla"/>
                        </a:rPr>
                        <a:t>الإجراءات المرتبطة</a:t>
                      </a:r>
                    </a:p>
                  </a:txBody>
                  <a:tcPr marL="91416" marR="91416" marT="45708" marB="45708">
                    <a:solidFill>
                      <a:srgbClr val="1E40AF"/>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243392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86581-930F-B270-A31F-525C807FC024}"/>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E5B23487-FEB0-3C3A-F9B7-D67469FB0D5D}"/>
              </a:ext>
            </a:extLst>
          </p:cNvPr>
          <p:cNvSpPr txBox="1"/>
          <p:nvPr/>
        </p:nvSpPr>
        <p:spPr>
          <a:xfrm>
            <a:off x="834812" y="6394893"/>
            <a:ext cx="6096016" cy="307697"/>
          </a:xfrm>
          <a:prstGeom prst="rect">
            <a:avLst/>
          </a:prstGeom>
          <a:noFill/>
        </p:spPr>
        <p:txBody>
          <a:bodyPr wrap="square">
            <a:spAutoFit/>
          </a:bodyPr>
          <a:lstStyle/>
          <a:p>
            <a:pPr defTabSz="914126"/>
            <a:fld id="{008E1BDA-5E07-414A-8101-29DABEB15B19}" type="slidenum">
              <a:rPr lang="en-SA" sz="1400" b="1">
                <a:solidFill>
                  <a:srgbClr val="4C3C8D"/>
                </a:solidFill>
                <a:latin typeface="Sakkal Majalla"/>
                <a:cs typeface="Sakkal Majalla"/>
              </a:rPr>
              <a:pPr defTabSz="914126"/>
              <a:t>18</a:t>
            </a:fld>
            <a:endParaRPr lang="en-US" sz="1400" b="1" dirty="0">
              <a:solidFill>
                <a:srgbClr val="4C3C8D"/>
              </a:solidFill>
              <a:latin typeface="Sakkal Majalla"/>
              <a:cs typeface="Sakkal Majalla"/>
            </a:endParaRPr>
          </a:p>
        </p:txBody>
      </p:sp>
      <p:sp>
        <p:nvSpPr>
          <p:cNvPr id="2" name="Title 1">
            <a:extLst>
              <a:ext uri="{FF2B5EF4-FFF2-40B4-BE49-F238E27FC236}">
                <a16:creationId xmlns:a16="http://schemas.microsoft.com/office/drawing/2014/main" id="{8A4ED2EF-E151-B8F1-B99D-45BCDAA9204D}"/>
              </a:ext>
            </a:extLst>
          </p:cNvPr>
          <p:cNvSpPr txBox="1">
            <a:spLocks/>
          </p:cNvSpPr>
          <p:nvPr/>
        </p:nvSpPr>
        <p:spPr>
          <a:xfrm>
            <a:off x="1276337" y="280000"/>
            <a:ext cx="10076095" cy="820000"/>
          </a:xfrm>
          <a:prstGeom prst="rect">
            <a:avLst/>
          </a:prstGeom>
        </p:spPr>
        <p:txBody>
          <a:bodyPr vert="horz" lIns="91416" tIns="45708" rIns="0" bIns="45708" rtlCol="0" anchor="ctr" anchorCtr="0">
            <a:normAutofit/>
          </a:bodyPr>
          <a:lstStyle>
            <a:lvl1pPr algn="r" defTabSz="914400" rtl="1" eaLnBrk="1" latinLnBrk="0" hangingPunct="1">
              <a:lnSpc>
                <a:spcPct val="100000"/>
              </a:lnSpc>
              <a:spcBef>
                <a:spcPct val="0"/>
              </a:spcBef>
              <a:buNone/>
              <a:defRPr sz="1500" b="1" kern="1200">
                <a:solidFill>
                  <a:schemeClr val="accent1"/>
                </a:solidFill>
                <a:latin typeface="+mj-lt"/>
                <a:ea typeface="+mj-ea"/>
                <a:cs typeface="+mj-cs"/>
              </a:defRPr>
            </a:lvl1pPr>
          </a:lstStyle>
          <a:p>
            <a:pPr defTabSz="914126"/>
            <a:r>
              <a:rPr lang="en-US" sz="1500" dirty="0">
                <a:solidFill>
                  <a:srgbClr val="4C3C8D"/>
                </a:solidFill>
                <a:latin typeface="Sakkal Majalla"/>
                <a:cs typeface="Sakkal Majalla"/>
              </a:rPr>
              <a:t> </a:t>
            </a:r>
            <a:r>
              <a:rPr lang="ar-SA" sz="1500" dirty="0">
                <a:solidFill>
                  <a:srgbClr val="4C3C8D"/>
                </a:solidFill>
                <a:latin typeface="Sakkal Majalla"/>
                <a:cs typeface="Sakkal Majalla"/>
              </a:rPr>
              <a:t>بطاقة </a:t>
            </a:r>
            <a:r>
              <a:rPr lang="ar-EG" sz="1500" dirty="0">
                <a:solidFill>
                  <a:srgbClr val="4C3C8D"/>
                </a:solidFill>
                <a:latin typeface="Sakkal Majalla"/>
                <a:cs typeface="Sakkal Majalla"/>
              </a:rPr>
              <a:t>السياسة</a:t>
            </a:r>
            <a:r>
              <a:rPr lang="ar-SA" sz="1500" dirty="0">
                <a:solidFill>
                  <a:srgbClr val="4C3C8D"/>
                </a:solidFill>
                <a:latin typeface="Sakkal Majalla"/>
                <a:cs typeface="Sakkal Majalla"/>
              </a:rPr>
              <a:t> </a:t>
            </a:r>
            <a:r>
              <a:rPr lang="ar-EG" sz="1500" dirty="0">
                <a:solidFill>
                  <a:srgbClr val="4C3C8D"/>
                </a:solidFill>
                <a:latin typeface="Sakkal Majalla"/>
                <a:cs typeface="Sakkal Majalla"/>
              </a:rPr>
              <a:t>"</a:t>
            </a:r>
            <a:r>
              <a:rPr lang="en-US" sz="1500" dirty="0">
                <a:solidFill>
                  <a:srgbClr val="4C3C8D"/>
                </a:solidFill>
                <a:latin typeface="Sakkal Majalla"/>
                <a:cs typeface="Sakkal Majalla"/>
              </a:rPr>
              <a:t>EA-POLC-08</a:t>
            </a:r>
            <a:r>
              <a:rPr lang="ar-EG" sz="1500" dirty="0">
                <a:solidFill>
                  <a:srgbClr val="4C3C8D"/>
                </a:solidFill>
                <a:latin typeface="Sakkal Majalla"/>
                <a:cs typeface="Sakkal Majalla"/>
              </a:rPr>
              <a:t>: سياسة المشاركة وتبادل المعرفة في البنية المؤسسية</a:t>
            </a:r>
            <a:r>
              <a:rPr lang="ar-SA" sz="1500" dirty="0">
                <a:solidFill>
                  <a:srgbClr val="4C3C8D"/>
                </a:solidFill>
                <a:latin typeface="Sakkal Majalla"/>
                <a:cs typeface="Sakkal Majalla"/>
              </a:rPr>
              <a:t>"</a:t>
            </a:r>
          </a:p>
        </p:txBody>
      </p:sp>
      <p:graphicFrame>
        <p:nvGraphicFramePr>
          <p:cNvPr id="3" name="Table 2">
            <a:extLst>
              <a:ext uri="{FF2B5EF4-FFF2-40B4-BE49-F238E27FC236}">
                <a16:creationId xmlns:a16="http://schemas.microsoft.com/office/drawing/2014/main" id="{F32D4DBC-F0BE-A38F-5619-7A4AD1A9AAB5}"/>
              </a:ext>
            </a:extLst>
          </p:cNvPr>
          <p:cNvGraphicFramePr>
            <a:graphicFrameLocks noGrp="1"/>
          </p:cNvGraphicFramePr>
          <p:nvPr>
            <p:extLst>
              <p:ext uri="{D42A27DB-BD31-4B8C-83A1-F6EECF244321}">
                <p14:modId xmlns:p14="http://schemas.microsoft.com/office/powerpoint/2010/main" val="3989770534"/>
              </p:ext>
            </p:extLst>
          </p:nvPr>
        </p:nvGraphicFramePr>
        <p:xfrm>
          <a:off x="167661" y="931093"/>
          <a:ext cx="11429349" cy="5230245"/>
        </p:xfrm>
        <a:graphic>
          <a:graphicData uri="http://schemas.openxmlformats.org/drawingml/2006/table">
            <a:tbl>
              <a:tblPr firstRow="1" bandRow="1">
                <a:tableStyleId>{5C22544A-7EE6-4342-B048-85BDC9FD1C3A}</a:tableStyleId>
              </a:tblPr>
              <a:tblGrid>
                <a:gridCol w="9226314">
                  <a:extLst>
                    <a:ext uri="{9D8B030D-6E8A-4147-A177-3AD203B41FA5}">
                      <a16:colId xmlns:a16="http://schemas.microsoft.com/office/drawing/2014/main" val="20000"/>
                    </a:ext>
                  </a:extLst>
                </a:gridCol>
                <a:gridCol w="2203035">
                  <a:extLst>
                    <a:ext uri="{9D8B030D-6E8A-4147-A177-3AD203B41FA5}">
                      <a16:colId xmlns:a16="http://schemas.microsoft.com/office/drawing/2014/main" val="20001"/>
                    </a:ext>
                  </a:extLst>
                </a:gridCol>
              </a:tblGrid>
              <a:tr h="255000">
                <a:tc>
                  <a:txBody>
                    <a:bodyPr/>
                    <a:lstStyle/>
                    <a:p>
                      <a:pPr algn="ctr" rtl="1"/>
                      <a:r>
                        <a:rPr sz="1600" b="1" dirty="0">
                          <a:solidFill>
                            <a:srgbClr val="FFFFFF"/>
                          </a:solidFill>
                          <a:latin typeface="Sakkal Majalla"/>
                          <a:cs typeface="Sakkal Majalla"/>
                        </a:rPr>
                        <a:t>المحتوى</a:t>
                      </a:r>
                    </a:p>
                  </a:txBody>
                  <a:tcPr marL="91416" marR="91416" marT="45708" marB="45708">
                    <a:solidFill>
                      <a:schemeClr val="accent1"/>
                    </a:solidFill>
                  </a:tcPr>
                </a:tc>
                <a:tc>
                  <a:txBody>
                    <a:bodyPr/>
                    <a:lstStyle/>
                    <a:p>
                      <a:pPr algn="ctr" rtl="1"/>
                      <a:r>
                        <a:rPr sz="1600" b="1" dirty="0">
                          <a:solidFill>
                            <a:srgbClr val="FFFFFF"/>
                          </a:solidFill>
                          <a:latin typeface="Sakkal Majalla"/>
                          <a:cs typeface="Sakkal Majalla"/>
                        </a:rPr>
                        <a:t>البند</a:t>
                      </a:r>
                    </a:p>
                  </a:txBody>
                  <a:tcPr marL="91416" marR="91416" marT="45708" marB="45708">
                    <a:solidFill>
                      <a:schemeClr val="accent1"/>
                    </a:solidFill>
                  </a:tcPr>
                </a:tc>
                <a:extLst>
                  <a:ext uri="{0D108BD9-81ED-4DB2-BD59-A6C34878D82A}">
                    <a16:rowId xmlns:a16="http://schemas.microsoft.com/office/drawing/2014/main" val="10000"/>
                  </a:ext>
                </a:extLst>
              </a:tr>
              <a:tr h="235000">
                <a:tc>
                  <a:txBody>
                    <a:bodyPr/>
                    <a:lstStyle/>
                    <a:p>
                      <a:pPr algn="r" rtl="1"/>
                      <a:r>
                        <a:rPr sz="1200" b="0" dirty="0">
                          <a:solidFill>
                            <a:srgbClr val="1C2B4A"/>
                          </a:solidFill>
                          <a:latin typeface="Sakkal Majalla"/>
                          <a:cs typeface="Sakkal Majalla"/>
                        </a:rPr>
                        <a:t>سياسة المشاركة وتبادل المعرفة في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اسم السياسة</a:t>
                      </a:r>
                    </a:p>
                  </a:txBody>
                  <a:tcPr marL="91416" marR="91416" marT="45708" marB="45708">
                    <a:solidFill>
                      <a:schemeClr val="accent1"/>
                    </a:solidFill>
                  </a:tcPr>
                </a:tc>
                <a:extLst>
                  <a:ext uri="{0D108BD9-81ED-4DB2-BD59-A6C34878D82A}">
                    <a16:rowId xmlns:a16="http://schemas.microsoft.com/office/drawing/2014/main" val="10001"/>
                  </a:ext>
                </a:extLst>
              </a:tr>
              <a:tr h="225000">
                <a:tc>
                  <a:txBody>
                    <a:bodyPr/>
                    <a:lstStyle/>
                    <a:p>
                      <a:pPr algn="r" rtl="1"/>
                      <a:r>
                        <a:rPr sz="1200" b="0" dirty="0">
                          <a:solidFill>
                            <a:srgbClr val="1C2B4A"/>
                          </a:solidFill>
                          <a:latin typeface="Sakkal Majalla"/>
                          <a:cs typeface="Sakkal Majalla"/>
                        </a:rPr>
                        <a:t>EA-POLC-08</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رمز السياسة</a:t>
                      </a:r>
                    </a:p>
                  </a:txBody>
                  <a:tcPr marL="91416" marR="91416" marT="45708" marB="45708">
                    <a:solidFill>
                      <a:schemeClr val="accent1"/>
                    </a:solidFill>
                  </a:tcPr>
                </a:tc>
                <a:extLst>
                  <a:ext uri="{0D108BD9-81ED-4DB2-BD59-A6C34878D82A}">
                    <a16:rowId xmlns:a16="http://schemas.microsoft.com/office/drawing/2014/main" val="10002"/>
                  </a:ext>
                </a:extLst>
              </a:tr>
              <a:tr h="265000">
                <a:tc>
                  <a:txBody>
                    <a:bodyPr/>
                    <a:lstStyle/>
                    <a:p>
                      <a:pPr algn="r" rtl="1"/>
                      <a:r>
                        <a:rPr sz="1200" b="0" dirty="0">
                          <a:solidFill>
                            <a:srgbClr val="1C2B4A"/>
                          </a:solidFill>
                          <a:latin typeface="Sakkal Majalla"/>
                          <a:cs typeface="Sakkal Majalla"/>
                        </a:rPr>
                        <a:t>تنظم هذه السياسة آليات تبادل المعرفة ونقل الخبرات وتوثيق المكتسبات المعرفية بما يدعم نضج الممارسة وتعزيز الكفاءة المؤسسية في مجال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وصف السياسة</a:t>
                      </a:r>
                    </a:p>
                  </a:txBody>
                  <a:tcPr marL="91416" marR="91416" marT="45708" marB="45708">
                    <a:solidFill>
                      <a:schemeClr val="accent1"/>
                    </a:solidFill>
                  </a:tcPr>
                </a:tc>
                <a:extLst>
                  <a:ext uri="{0D108BD9-81ED-4DB2-BD59-A6C34878D82A}">
                    <a16:rowId xmlns:a16="http://schemas.microsoft.com/office/drawing/2014/main" val="10003"/>
                  </a:ext>
                </a:extLst>
              </a:tr>
              <a:tr h="265000">
                <a:tc>
                  <a:txBody>
                    <a:bodyPr/>
                    <a:lstStyle/>
                    <a:p>
                      <a:pPr algn="r" rtl="1"/>
                      <a:r>
                        <a:rPr sz="1200" b="0" dirty="0">
                          <a:solidFill>
                            <a:srgbClr val="1C2B4A"/>
                          </a:solidFill>
                          <a:latin typeface="Sakkal Majalla"/>
                          <a:cs typeface="Sakkal Majalla"/>
                        </a:rPr>
                        <a:t>تنظيم وتعزيز المشاركة المعرفية وتبادل الخبرات بما يدعم نضج ممارسة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الهدف / الغرض</a:t>
                      </a:r>
                    </a:p>
                  </a:txBody>
                  <a:tcPr marL="91416" marR="91416" marT="45708" marB="45708">
                    <a:solidFill>
                      <a:schemeClr val="accent1"/>
                    </a:solidFill>
                  </a:tcPr>
                </a:tc>
                <a:extLst>
                  <a:ext uri="{0D108BD9-81ED-4DB2-BD59-A6C34878D82A}">
                    <a16:rowId xmlns:a16="http://schemas.microsoft.com/office/drawing/2014/main" val="10004"/>
                  </a:ext>
                </a:extLst>
              </a:tr>
              <a:tr h="255000">
                <a:tc>
                  <a:txBody>
                    <a:bodyPr/>
                    <a:lstStyle/>
                    <a:p>
                      <a:pPr algn="r" rtl="1"/>
                      <a:r>
                        <a:rPr sz="1200" b="0" dirty="0">
                          <a:solidFill>
                            <a:srgbClr val="1C2B4A"/>
                          </a:solidFill>
                          <a:latin typeface="Sakkal Majalla"/>
                          <a:cs typeface="Sakkal Majalla"/>
                        </a:rPr>
                        <a:t>ورش العمل، جلسات المشاركة المعرفية، نقل المعرفة، توثيق المواد المعرفية داخل الهيئة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نطاق التطبيق</a:t>
                      </a:r>
                    </a:p>
                  </a:txBody>
                  <a:tcPr marL="91416" marR="91416" marT="45708" marB="45708">
                    <a:solidFill>
                      <a:schemeClr val="accent1"/>
                    </a:solidFill>
                  </a:tcPr>
                </a:tc>
                <a:extLst>
                  <a:ext uri="{0D108BD9-81ED-4DB2-BD59-A6C34878D82A}">
                    <a16:rowId xmlns:a16="http://schemas.microsoft.com/office/drawing/2014/main" val="10005"/>
                  </a:ext>
                </a:extLst>
              </a:tr>
              <a:tr h="255000">
                <a:tc>
                  <a:txBody>
                    <a:bodyPr/>
                    <a:lstStyle/>
                    <a:p>
                      <a:pPr algn="r" rtl="1"/>
                      <a:r>
                        <a:rPr sz="1200" b="0" dirty="0">
                          <a:solidFill>
                            <a:srgbClr val="1C2B4A"/>
                          </a:solidFill>
                          <a:latin typeface="Sakkal Majalla"/>
                          <a:cs typeface="Sakkal Majalla"/>
                        </a:rPr>
                        <a:t>فريق مكتب البنية المؤسسية، المختصون في الوحدات التنظيمية، المشاركون في ورش العمل</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المستهدفون</a:t>
                      </a:r>
                    </a:p>
                  </a:txBody>
                  <a:tcPr marL="91416" marR="91416" marT="45708" marB="45708">
                    <a:solidFill>
                      <a:schemeClr val="accent1"/>
                    </a:solidFill>
                  </a:tcPr>
                </a:tc>
                <a:extLst>
                  <a:ext uri="{0D108BD9-81ED-4DB2-BD59-A6C34878D82A}">
                    <a16:rowId xmlns:a16="http://schemas.microsoft.com/office/drawing/2014/main" val="10006"/>
                  </a:ext>
                </a:extLst>
              </a:tr>
              <a:tr h="665000">
                <a:tc>
                  <a:txBody>
                    <a:bodyPr/>
                    <a:lstStyle/>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توثيق مخرجات ورش العمل والدروس المستفادة في المستودع المعتمد خلال (3) أيام عمل من انتهاء النشاط.</a:t>
                      </a:r>
                    </a:p>
                    <a:p>
                      <a:pPr algn="r" rtl="1">
                        <a:lnSpc>
                          <a:spcPts val="1300"/>
                        </a:lnSpc>
                      </a:pPr>
                      <a:r>
                        <a:rPr sz="1200" b="1" dirty="0">
                          <a:solidFill>
                            <a:srgbClr val="2C1F6B"/>
                          </a:solidFill>
                          <a:latin typeface="Sakkal Majalla"/>
                          <a:cs typeface="Sakkal Majalla"/>
                        </a:rPr>
                        <a:t>لا يجوز </a:t>
                      </a:r>
                      <a:r>
                        <a:rPr sz="1200" b="0" dirty="0">
                          <a:solidFill>
                            <a:srgbClr val="1C2B4A"/>
                          </a:solidFill>
                          <a:latin typeface="Sakkal Majalla"/>
                          <a:cs typeface="Sakkal Majalla"/>
                        </a:rPr>
                        <a:t>مشاركة الوثائق والمعلومات المعمارية مع جهات خارجية دون الحصول على إذن رسمي من الجهة المختصة.</a:t>
                      </a:r>
                    </a:p>
                    <a:p>
                      <a:pPr algn="r" rtl="1">
                        <a:lnSpc>
                          <a:spcPts val="1300"/>
                        </a:lnSpc>
                      </a:pPr>
                      <a:r>
                        <a:rPr sz="1200" b="1" dirty="0">
                          <a:solidFill>
                            <a:srgbClr val="2C1F6B"/>
                          </a:solidFill>
                          <a:latin typeface="Sakkal Majalla"/>
                          <a:cs typeface="Sakkal Majalla"/>
                        </a:rPr>
                        <a:t>ينبغي </a:t>
                      </a:r>
                      <a:r>
                        <a:rPr sz="1200" b="0" dirty="0">
                          <a:solidFill>
                            <a:srgbClr val="1C2B4A"/>
                          </a:solidFill>
                          <a:latin typeface="Sakkal Majalla"/>
                          <a:cs typeface="Sakkal Majalla"/>
                        </a:rPr>
                        <a:t>تنظيم جلسات تبادل معرفة داخلية بحد أدنى مرة واحدة كل ربع سنة لنشر </a:t>
                      </a:r>
                      <a:r>
                        <a:rPr sz="1200" b="0" dirty="0" err="1">
                          <a:solidFill>
                            <a:srgbClr val="1C2B4A"/>
                          </a:solidFill>
                          <a:latin typeface="Sakkal Majalla"/>
                          <a:cs typeface="Sakkal Majalla"/>
                        </a:rPr>
                        <a:t>المكتسبات</a:t>
                      </a:r>
                      <a:r>
                        <a:rPr sz="1200" b="0" dirty="0">
                          <a:solidFill>
                            <a:srgbClr val="1C2B4A"/>
                          </a:solidFill>
                          <a:latin typeface="Sakkal Majalla"/>
                          <a:cs typeface="Sakkal Majalla"/>
                        </a:rPr>
                        <a:t>.</a:t>
                      </a:r>
                      <a:r>
                        <a:rPr lang="ar-EG" sz="1200" b="0" dirty="0">
                          <a:solidFill>
                            <a:srgbClr val="1C2B4A"/>
                          </a:solidFill>
                          <a:latin typeface="Sakkal Majalla"/>
                          <a:cs typeface="Sakkal Majalla"/>
                        </a:rPr>
                        <a:t> او طبقا لخطة التوعية في الهيئة</a:t>
                      </a:r>
                      <a:endParaRPr sz="1200" b="0" dirty="0">
                        <a:solidFill>
                          <a:srgbClr val="1C2B4A"/>
                        </a:solidFill>
                        <a:latin typeface="Sakkal Majalla"/>
                        <a:cs typeface="Sakkal Majalla"/>
                      </a:endParaRP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الاحتفاظ بقاعدة دروس مستفادة محدثة ومتاحة لجميع أعضاء فريق البنية المؤسسية.</a:t>
                      </a:r>
                    </a:p>
                  </a:txBody>
                  <a:tcPr marL="91416" marR="91416" marT="50000" marB="50000">
                    <a:solidFill>
                      <a:srgbClr val="EDE9F8"/>
                    </a:solidFill>
                  </a:tcPr>
                </a:tc>
                <a:tc>
                  <a:txBody>
                    <a:bodyPr/>
                    <a:lstStyle/>
                    <a:p>
                      <a:pPr algn="ctr" rtl="1"/>
                      <a:r>
                        <a:rPr lang="ar-EG" sz="1200" b="1" dirty="0">
                          <a:solidFill>
                            <a:srgbClr val="FFFFFF"/>
                          </a:solidFill>
                          <a:latin typeface="Sakkal Majalla"/>
                          <a:cs typeface="Sakkal Majalla"/>
                        </a:rPr>
                        <a:t>نص السياسة</a:t>
                      </a:r>
                      <a:endParaRPr sz="1200" b="1" dirty="0">
                        <a:solidFill>
                          <a:srgbClr val="FFFFFF"/>
                        </a:solidFill>
                        <a:latin typeface="Sakkal Majalla"/>
                        <a:cs typeface="Sakkal Majalla"/>
                      </a:endParaRPr>
                    </a:p>
                  </a:txBody>
                  <a:tcPr marL="91416" marR="91416" marT="45708" marB="45708">
                    <a:solidFill>
                      <a:srgbClr val="2C1F6B"/>
                    </a:solidFill>
                  </a:tcPr>
                </a:tc>
                <a:extLst>
                  <a:ext uri="{0D108BD9-81ED-4DB2-BD59-A6C34878D82A}">
                    <a16:rowId xmlns:a16="http://schemas.microsoft.com/office/drawing/2014/main" val="10007"/>
                  </a:ext>
                </a:extLst>
              </a:tr>
              <a:tr h="260000">
                <a:tc>
                  <a:txBody>
                    <a:bodyPr/>
                    <a:lstStyle/>
                    <a:p>
                      <a:pPr algn="r" rtl="1"/>
                      <a:r>
                        <a:rPr sz="1200" b="0" dirty="0">
                          <a:solidFill>
                            <a:srgbClr val="1C2B4A"/>
                          </a:solidFill>
                          <a:latin typeface="Sakkal Majalla"/>
                          <a:cs typeface="Sakkal Majalla"/>
                        </a:rPr>
                        <a:t>نسبة توثيق المخرجات المعرفية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عدد</a:t>
                      </a:r>
                      <a:r>
                        <a:rPr sz="1200" b="0" dirty="0">
                          <a:solidFill>
                            <a:srgbClr val="1C2B4A"/>
                          </a:solidFill>
                          <a:latin typeface="Sakkal Majalla"/>
                          <a:cs typeface="Sakkal Majalla"/>
                        </a:rPr>
                        <a:t> ورش العمل المنفذة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حفظ المواد في المستودع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تنفيذ مشاركة داخلية لاحقة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معايير القياس والامتثال</a:t>
                      </a:r>
                    </a:p>
                  </a:txBody>
                  <a:tcPr marL="91416" marR="91416" marT="45708" marB="45708">
                    <a:solidFill>
                      <a:schemeClr val="accent1"/>
                    </a:solidFill>
                  </a:tcPr>
                </a:tc>
                <a:extLst>
                  <a:ext uri="{0D108BD9-81ED-4DB2-BD59-A6C34878D82A}">
                    <a16:rowId xmlns:a16="http://schemas.microsoft.com/office/drawing/2014/main" val="10008"/>
                  </a:ext>
                </a:extLst>
              </a:tr>
              <a:tr h="255000">
                <a:tc>
                  <a:txBody>
                    <a:bodyPr/>
                    <a:lstStyle/>
                    <a:p>
                      <a:pPr algn="r" rtl="0"/>
                      <a:r>
                        <a:rPr sz="1200" b="0" dirty="0">
                          <a:solidFill>
                            <a:srgbClr val="1C2B4A"/>
                          </a:solidFill>
                          <a:latin typeface="Sakkal Majalla"/>
                          <a:cs typeface="Sakkal Majalla"/>
                        </a:rPr>
                        <a:t>EA-POLC-04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التواصل</a:t>
                      </a:r>
                      <a:r>
                        <a:rPr sz="1200" b="0" dirty="0">
                          <a:solidFill>
                            <a:srgbClr val="1C2B4A"/>
                          </a:solidFill>
                          <a:latin typeface="Sakkal Majalla"/>
                          <a:cs typeface="Sakkal Majalla"/>
                        </a:rPr>
                        <a:t> والتوعية | EA-POLC-06 تقييم الأداء</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السياسات المرتبطة بها</a:t>
                      </a:r>
                    </a:p>
                  </a:txBody>
                  <a:tcPr marL="91416" marR="91416" marT="45708" marB="45708">
                    <a:solidFill>
                      <a:schemeClr val="accent1"/>
                    </a:solidFill>
                  </a:tcPr>
                </a:tc>
                <a:extLst>
                  <a:ext uri="{0D108BD9-81ED-4DB2-BD59-A6C34878D82A}">
                    <a16:rowId xmlns:a16="http://schemas.microsoft.com/office/drawing/2014/main" val="10009"/>
                  </a:ext>
                </a:extLst>
              </a:tr>
              <a:tr h="225000">
                <a:tc>
                  <a:txBody>
                    <a:bodyPr/>
                    <a:lstStyle/>
                    <a:p>
                      <a:pPr algn="r" rtl="1"/>
                      <a:r>
                        <a:rPr sz="1200" b="0" dirty="0">
                          <a:solidFill>
                            <a:srgbClr val="1C2B4A"/>
                          </a:solidFill>
                          <a:latin typeface="Sakkal Majalla"/>
                          <a:cs typeface="Sakkal Majalla"/>
                        </a:rPr>
                        <a:t>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المالك</a:t>
                      </a:r>
                    </a:p>
                  </a:txBody>
                  <a:tcPr marL="91416" marR="91416" marT="45708" marB="45708">
                    <a:solidFill>
                      <a:schemeClr val="accent1"/>
                    </a:solidFill>
                  </a:tcPr>
                </a:tc>
                <a:extLst>
                  <a:ext uri="{0D108BD9-81ED-4DB2-BD59-A6C34878D82A}">
                    <a16:rowId xmlns:a16="http://schemas.microsoft.com/office/drawing/2014/main" val="10010"/>
                  </a:ext>
                </a:extLst>
              </a:tr>
              <a:tr h="255000">
                <a:tc>
                  <a:txBody>
                    <a:bodyPr/>
                    <a:lstStyle/>
                    <a:p>
                      <a:pPr algn="r" rtl="1"/>
                      <a:r>
                        <a:rPr sz="1200" b="0" dirty="0">
                          <a:solidFill>
                            <a:srgbClr val="1C2B4A"/>
                          </a:solidFill>
                          <a:latin typeface="Sakkal Majalla"/>
                          <a:cs typeface="Sakkal Majalla"/>
                        </a:rPr>
                        <a:t>وفق اعتماد حوكمة البنية تليها آلية اعتماد السياسات في الهيئة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الجهة المعتمدة</a:t>
                      </a:r>
                    </a:p>
                  </a:txBody>
                  <a:tcPr marL="91416" marR="91416" marT="45708" marB="45708">
                    <a:solidFill>
                      <a:schemeClr val="accent1"/>
                    </a:solidFill>
                  </a:tcPr>
                </a:tc>
                <a:extLst>
                  <a:ext uri="{0D108BD9-81ED-4DB2-BD59-A6C34878D82A}">
                    <a16:rowId xmlns:a16="http://schemas.microsoft.com/office/drawing/2014/main" val="10011"/>
                  </a:ext>
                </a:extLst>
              </a:tr>
              <a:tr h="255000">
                <a:tc>
                  <a:txBody>
                    <a:bodyPr/>
                    <a:lstStyle/>
                    <a:p>
                      <a:pPr algn="r" rtl="0"/>
                      <a:r>
                        <a:rPr sz="1200" b="0" dirty="0">
                          <a:solidFill>
                            <a:srgbClr val="1C2B4A"/>
                          </a:solidFill>
                          <a:latin typeface="Sakkal Majalla"/>
                          <a:cs typeface="Sakkal Majalla"/>
                        </a:rPr>
                        <a:t>ISO 30401 - Knowledge Management | إطار إدارة المعرفة | سياسات </a:t>
                      </a:r>
                      <a:r>
                        <a:rPr sz="1200" b="0" dirty="0" err="1">
                          <a:solidFill>
                            <a:srgbClr val="1C2B4A"/>
                          </a:solidFill>
                          <a:latin typeface="Sakkal Majalla"/>
                          <a:cs typeface="Sakkal Majalla"/>
                        </a:rPr>
                        <a:t>حماية</a:t>
                      </a:r>
                      <a:r>
                        <a:rPr sz="1200" b="0" dirty="0">
                          <a:solidFill>
                            <a:srgbClr val="1C2B4A"/>
                          </a:solidFill>
                          <a:latin typeface="Sakkal Majalla"/>
                          <a:cs typeface="Sakkal Majalla"/>
                        </a:rPr>
                        <a:t> </a:t>
                      </a:r>
                      <a:r>
                        <a:rPr lang="ar-EG" sz="1200" b="0" dirty="0">
                          <a:solidFill>
                            <a:srgbClr val="1C2B4A"/>
                          </a:solidFill>
                          <a:latin typeface="Sakkal Majalla"/>
                          <a:cs typeface="Sakkal Majalla"/>
                        </a:rPr>
                        <a:t>البيانات </a:t>
                      </a:r>
                      <a:r>
                        <a:rPr sz="1200" b="0" dirty="0">
                          <a:solidFill>
                            <a:srgbClr val="1C2B4A"/>
                          </a:solidFill>
                          <a:latin typeface="Sakkal Majalla"/>
                          <a:cs typeface="Sakkal Majalla"/>
                        </a:rPr>
                        <a:t> في الهيئة</a:t>
                      </a:r>
                    </a:p>
                  </a:txBody>
                  <a:tcPr marL="91416" marR="91416" marT="45708" marB="45708">
                    <a:solidFill>
                      <a:srgbClr val="FFFFFF"/>
                    </a:solidFill>
                  </a:tcPr>
                </a:tc>
                <a:tc>
                  <a:txBody>
                    <a:bodyPr/>
                    <a:lstStyle/>
                    <a:p>
                      <a:pPr algn="ctr" rtl="1"/>
                      <a:r>
                        <a:rPr lang="ar-EG" sz="1200" b="1" dirty="0">
                          <a:solidFill>
                            <a:srgbClr val="FFFFFF"/>
                          </a:solidFill>
                          <a:latin typeface="Sakkal Majalla"/>
                          <a:cs typeface="Sakkal Majalla"/>
                        </a:rPr>
                        <a:t>المرجعية</a:t>
                      </a:r>
                      <a:endParaRPr sz="1200" b="1" dirty="0">
                        <a:solidFill>
                          <a:srgbClr val="FFFFFF"/>
                        </a:solidFill>
                        <a:latin typeface="Sakkal Majalla"/>
                        <a:cs typeface="Sakkal Majalla"/>
                      </a:endParaRPr>
                    </a:p>
                  </a:txBody>
                  <a:tcPr marL="91416" marR="91416" marT="45708" marB="45708">
                    <a:solidFill>
                      <a:schemeClr val="accent1"/>
                    </a:solidFill>
                  </a:tcPr>
                </a:tc>
                <a:extLst>
                  <a:ext uri="{0D108BD9-81ED-4DB2-BD59-A6C34878D82A}">
                    <a16:rowId xmlns:a16="http://schemas.microsoft.com/office/drawing/2014/main" val="10012"/>
                  </a:ext>
                </a:extLst>
              </a:tr>
              <a:tr h="255000">
                <a:tc>
                  <a:txBody>
                    <a:bodyPr/>
                    <a:lstStyle/>
                    <a:p>
                      <a:pPr algn="r" rtl="1"/>
                      <a:r>
                        <a:rPr sz="1200" b="0" dirty="0">
                          <a:solidFill>
                            <a:srgbClr val="1C2B4A"/>
                          </a:solidFill>
                          <a:latin typeface="Sakkal Majalla"/>
                          <a:cs typeface="Sakkal Majalla"/>
                        </a:rPr>
                        <a:t>وفق ما تقرره الحوكمة المعتمدة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الاستثناءات / الإعفاء</a:t>
                      </a:r>
                    </a:p>
                  </a:txBody>
                  <a:tcPr marL="91416" marR="91416" marT="45708" marB="45708">
                    <a:solidFill>
                      <a:schemeClr val="accent1"/>
                    </a:solidFill>
                  </a:tcPr>
                </a:tc>
                <a:extLst>
                  <a:ext uri="{0D108BD9-81ED-4DB2-BD59-A6C34878D82A}">
                    <a16:rowId xmlns:a16="http://schemas.microsoft.com/office/drawing/2014/main" val="10013"/>
                  </a:ext>
                </a:extLst>
              </a:tr>
              <a:tr h="265000">
                <a:tc>
                  <a:txBody>
                    <a:bodyPr/>
                    <a:lstStyle/>
                    <a:p>
                      <a:pPr algn="r" rtl="1"/>
                      <a:r>
                        <a:rPr sz="1200" b="0" dirty="0">
                          <a:solidFill>
                            <a:srgbClr val="1C2B4A"/>
                          </a:solidFill>
                          <a:latin typeface="Sakkal Majalla"/>
                          <a:cs typeface="Sakkal Majalla"/>
                        </a:rPr>
                        <a:t>المعرفة غير الموثقة لا تُحتسب في مؤشرات المشاركة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انتهاكات</a:t>
                      </a:r>
                      <a:r>
                        <a:rPr sz="1200" b="0" dirty="0">
                          <a:solidFill>
                            <a:srgbClr val="1C2B4A"/>
                          </a:solidFill>
                          <a:latin typeface="Sakkal Majalla"/>
                          <a:cs typeface="Sakkal Majalla"/>
                        </a:rPr>
                        <a:t> حماية المعلومات تُبلَّغ إدارة المكتب فور رصدها</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تبعات عدم الامتثال</a:t>
                      </a:r>
                    </a:p>
                  </a:txBody>
                  <a:tcPr marL="91416" marR="91416" marT="45708" marB="45708">
                    <a:solidFill>
                      <a:schemeClr val="accent1"/>
                    </a:solidFill>
                  </a:tcPr>
                </a:tc>
                <a:extLst>
                  <a:ext uri="{0D108BD9-81ED-4DB2-BD59-A6C34878D82A}">
                    <a16:rowId xmlns:a16="http://schemas.microsoft.com/office/drawing/2014/main" val="10014"/>
                  </a:ext>
                </a:extLst>
              </a:tr>
              <a:tr h="255000">
                <a:tc>
                  <a:txBody>
                    <a:bodyPr/>
                    <a:lstStyle/>
                    <a:p>
                      <a:pPr algn="r" rtl="1"/>
                      <a:r>
                        <a:rPr sz="1200" b="0" dirty="0">
                          <a:solidFill>
                            <a:srgbClr val="1C2B4A"/>
                          </a:solidFill>
                          <a:latin typeface="Sakkal Majalla"/>
                          <a:cs typeface="Sakkal Majalla"/>
                        </a:rPr>
                        <a:t>الدورية: دورية ضمن خطة المعرفة والتوعية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المسؤول</a:t>
                      </a:r>
                      <a:r>
                        <a:rPr sz="1200" b="0" dirty="0">
                          <a:solidFill>
                            <a:srgbClr val="1C2B4A"/>
                          </a:solidFill>
                          <a:latin typeface="Sakkal Majalla"/>
                          <a:cs typeface="Sakkal Majalla"/>
                        </a:rPr>
                        <a:t>: مدير 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آلية المراجعة والتحديث</a:t>
                      </a:r>
                    </a:p>
                  </a:txBody>
                  <a:tcPr marL="91416" marR="91416" marT="45708" marB="45708">
                    <a:solidFill>
                      <a:schemeClr val="accent1"/>
                    </a:solidFill>
                  </a:tcPr>
                </a:tc>
                <a:extLst>
                  <a:ext uri="{0D108BD9-81ED-4DB2-BD59-A6C34878D82A}">
                    <a16:rowId xmlns:a16="http://schemas.microsoft.com/office/drawing/2014/main" val="10015"/>
                  </a:ext>
                </a:extLst>
              </a:tr>
              <a:tr h="290000">
                <a:tc>
                  <a:txBody>
                    <a:bodyPr/>
                    <a:lstStyle/>
                    <a:p>
                      <a:pPr algn="r" rtl="1"/>
                      <a:r>
                        <a:rPr sz="1100" b="0" dirty="0">
                          <a:solidFill>
                            <a:srgbClr val="1C2B4A"/>
                          </a:solidFill>
                          <a:latin typeface="Sakkal Majalla"/>
                          <a:cs typeface="Sakkal Majalla"/>
                        </a:rPr>
                        <a:t>المشاركة في ورش عمل الابتكار والتصميم | تطوير وتحديث وتنفيذ خطة التوعية بممارسة البنية المؤسسية | تطوير وتحديث وتنفيذ الخطة التدريبية لفريق البنية المؤسسية</a:t>
                      </a:r>
                    </a:p>
                  </a:txBody>
                  <a:tcPr marL="91416" marR="91416" marT="45708" marB="45708">
                    <a:solidFill>
                      <a:srgbClr val="EEF2FF"/>
                    </a:solidFill>
                  </a:tcPr>
                </a:tc>
                <a:tc>
                  <a:txBody>
                    <a:bodyPr/>
                    <a:lstStyle/>
                    <a:p>
                      <a:pPr algn="ctr" rtl="1"/>
                      <a:r>
                        <a:rPr sz="1200" b="1" dirty="0">
                          <a:solidFill>
                            <a:srgbClr val="FFFFFF"/>
                          </a:solidFill>
                          <a:latin typeface="Sakkal Majalla"/>
                          <a:cs typeface="Sakkal Majalla"/>
                        </a:rPr>
                        <a:t>الإجراءات المرتبطة</a:t>
                      </a:r>
                    </a:p>
                  </a:txBody>
                  <a:tcPr marL="91416" marR="91416" marT="45708" marB="45708">
                    <a:solidFill>
                      <a:srgbClr val="1E40AF"/>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380031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79259-7C86-EF9B-7D26-7A7C7D32EC8D}"/>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EC124B94-0C68-318A-C42B-E1A4E2A37FDF}"/>
              </a:ext>
            </a:extLst>
          </p:cNvPr>
          <p:cNvSpPr txBox="1"/>
          <p:nvPr/>
        </p:nvSpPr>
        <p:spPr>
          <a:xfrm>
            <a:off x="834812" y="6394893"/>
            <a:ext cx="6096016" cy="307697"/>
          </a:xfrm>
          <a:prstGeom prst="rect">
            <a:avLst/>
          </a:prstGeom>
          <a:noFill/>
        </p:spPr>
        <p:txBody>
          <a:bodyPr wrap="square">
            <a:spAutoFit/>
          </a:bodyPr>
          <a:lstStyle/>
          <a:p>
            <a:pPr defTabSz="914126"/>
            <a:fld id="{008E1BDA-5E07-414A-8101-29DABEB15B19}" type="slidenum">
              <a:rPr lang="en-SA" sz="1400" b="1">
                <a:solidFill>
                  <a:srgbClr val="4C3C8D"/>
                </a:solidFill>
                <a:latin typeface="Sakkal Majalla"/>
                <a:cs typeface="Sakkal Majalla"/>
              </a:rPr>
              <a:pPr defTabSz="914126"/>
              <a:t>19</a:t>
            </a:fld>
            <a:endParaRPr lang="en-US" sz="1400" b="1" dirty="0">
              <a:solidFill>
                <a:srgbClr val="4C3C8D"/>
              </a:solidFill>
              <a:latin typeface="Sakkal Majalla"/>
              <a:cs typeface="Sakkal Majalla"/>
            </a:endParaRPr>
          </a:p>
        </p:txBody>
      </p:sp>
      <p:sp>
        <p:nvSpPr>
          <p:cNvPr id="2" name="Title 1">
            <a:extLst>
              <a:ext uri="{FF2B5EF4-FFF2-40B4-BE49-F238E27FC236}">
                <a16:creationId xmlns:a16="http://schemas.microsoft.com/office/drawing/2014/main" id="{19EFE9FF-B051-7717-10E4-E3D531E93BEC}"/>
              </a:ext>
            </a:extLst>
          </p:cNvPr>
          <p:cNvSpPr txBox="1">
            <a:spLocks/>
          </p:cNvSpPr>
          <p:nvPr/>
        </p:nvSpPr>
        <p:spPr>
          <a:xfrm>
            <a:off x="2215891" y="280000"/>
            <a:ext cx="9136540" cy="820000"/>
          </a:xfrm>
          <a:prstGeom prst="rect">
            <a:avLst/>
          </a:prstGeom>
        </p:spPr>
        <p:txBody>
          <a:bodyPr vert="horz" lIns="91416" tIns="45708" rIns="0" bIns="45708" rtlCol="0" anchor="ctr" anchorCtr="0">
            <a:normAutofit/>
          </a:bodyPr>
          <a:lstStyle>
            <a:lvl1pPr algn="r" defTabSz="914400" rtl="1" eaLnBrk="1" latinLnBrk="0" hangingPunct="1">
              <a:lnSpc>
                <a:spcPct val="100000"/>
              </a:lnSpc>
              <a:spcBef>
                <a:spcPct val="0"/>
              </a:spcBef>
              <a:buNone/>
              <a:defRPr sz="1500" b="1" kern="1200">
                <a:solidFill>
                  <a:schemeClr val="accent1"/>
                </a:solidFill>
                <a:latin typeface="+mj-lt"/>
                <a:ea typeface="+mj-ea"/>
                <a:cs typeface="+mj-cs"/>
              </a:defRPr>
            </a:lvl1pPr>
          </a:lstStyle>
          <a:p>
            <a:pPr defTabSz="914126"/>
            <a:r>
              <a:rPr lang="en-US" sz="1500" dirty="0">
                <a:solidFill>
                  <a:srgbClr val="4C3C8D"/>
                </a:solidFill>
                <a:latin typeface="Sakkal Majalla"/>
                <a:cs typeface="Sakkal Majalla"/>
              </a:rPr>
              <a:t> </a:t>
            </a:r>
            <a:r>
              <a:rPr lang="ar-SA" sz="1500" dirty="0">
                <a:solidFill>
                  <a:srgbClr val="4C3C8D"/>
                </a:solidFill>
                <a:latin typeface="Sakkal Majalla"/>
                <a:cs typeface="Sakkal Majalla"/>
              </a:rPr>
              <a:t>بطاقة </a:t>
            </a:r>
            <a:r>
              <a:rPr lang="ar-EG" sz="1500" dirty="0">
                <a:solidFill>
                  <a:srgbClr val="4C3C8D"/>
                </a:solidFill>
                <a:latin typeface="Sakkal Majalla"/>
                <a:cs typeface="Sakkal Majalla"/>
              </a:rPr>
              <a:t>السياسة</a:t>
            </a:r>
            <a:r>
              <a:rPr lang="ar-SA" sz="1500" dirty="0">
                <a:solidFill>
                  <a:srgbClr val="4C3C8D"/>
                </a:solidFill>
                <a:latin typeface="Sakkal Majalla"/>
                <a:cs typeface="Sakkal Majalla"/>
              </a:rPr>
              <a:t> </a:t>
            </a:r>
            <a:r>
              <a:rPr lang="ar-EG" sz="1500" dirty="0">
                <a:solidFill>
                  <a:srgbClr val="4C3C8D"/>
                </a:solidFill>
                <a:latin typeface="Sakkal Majalla"/>
                <a:cs typeface="Sakkal Majalla"/>
              </a:rPr>
              <a:t>"</a:t>
            </a:r>
            <a:r>
              <a:rPr lang="en-US" sz="1500" dirty="0">
                <a:solidFill>
                  <a:srgbClr val="4C3C8D"/>
                </a:solidFill>
                <a:latin typeface="Sakkal Majalla"/>
                <a:cs typeface="Sakkal Majalla"/>
              </a:rPr>
              <a:t>EA-POLC-09</a:t>
            </a:r>
            <a:r>
              <a:rPr lang="ar-EG" sz="1500" dirty="0">
                <a:solidFill>
                  <a:srgbClr val="4C3C8D"/>
                </a:solidFill>
                <a:latin typeface="Sakkal Majalla"/>
                <a:cs typeface="Sakkal Majalla"/>
              </a:rPr>
              <a:t>: سياسة إدارة المخاطر في البنية المؤسسية</a:t>
            </a:r>
            <a:r>
              <a:rPr lang="ar-SA" sz="1500" dirty="0">
                <a:solidFill>
                  <a:srgbClr val="4C3C8D"/>
                </a:solidFill>
                <a:latin typeface="Sakkal Majalla"/>
                <a:cs typeface="Sakkal Majalla"/>
              </a:rPr>
              <a:t>"</a:t>
            </a:r>
          </a:p>
        </p:txBody>
      </p:sp>
      <p:graphicFrame>
        <p:nvGraphicFramePr>
          <p:cNvPr id="3" name="Table 2">
            <a:extLst>
              <a:ext uri="{FF2B5EF4-FFF2-40B4-BE49-F238E27FC236}">
                <a16:creationId xmlns:a16="http://schemas.microsoft.com/office/drawing/2014/main" id="{38ECC2FF-AAF8-993E-6FA3-D89C856EA95D}"/>
              </a:ext>
            </a:extLst>
          </p:cNvPr>
          <p:cNvGraphicFramePr>
            <a:graphicFrameLocks noGrp="1"/>
          </p:cNvGraphicFramePr>
          <p:nvPr>
            <p:extLst>
              <p:ext uri="{D42A27DB-BD31-4B8C-83A1-F6EECF244321}">
                <p14:modId xmlns:p14="http://schemas.microsoft.com/office/powerpoint/2010/main" val="1148006722"/>
              </p:ext>
            </p:extLst>
          </p:nvPr>
        </p:nvGraphicFramePr>
        <p:xfrm>
          <a:off x="344078" y="910017"/>
          <a:ext cx="11276989" cy="5395345"/>
        </p:xfrm>
        <a:graphic>
          <a:graphicData uri="http://schemas.openxmlformats.org/drawingml/2006/table">
            <a:tbl>
              <a:tblPr firstRow="1" bandRow="1">
                <a:tableStyleId>{5C22544A-7EE6-4342-B048-85BDC9FD1C3A}</a:tableStyleId>
              </a:tblPr>
              <a:tblGrid>
                <a:gridCol w="9103321">
                  <a:extLst>
                    <a:ext uri="{9D8B030D-6E8A-4147-A177-3AD203B41FA5}">
                      <a16:colId xmlns:a16="http://schemas.microsoft.com/office/drawing/2014/main" val="20000"/>
                    </a:ext>
                  </a:extLst>
                </a:gridCol>
                <a:gridCol w="2173668">
                  <a:extLst>
                    <a:ext uri="{9D8B030D-6E8A-4147-A177-3AD203B41FA5}">
                      <a16:colId xmlns:a16="http://schemas.microsoft.com/office/drawing/2014/main" val="20001"/>
                    </a:ext>
                  </a:extLst>
                </a:gridCol>
              </a:tblGrid>
              <a:tr h="255000">
                <a:tc>
                  <a:txBody>
                    <a:bodyPr/>
                    <a:lstStyle/>
                    <a:p>
                      <a:pPr algn="ctr" rtl="1"/>
                      <a:r>
                        <a:rPr sz="1600" b="1" dirty="0">
                          <a:solidFill>
                            <a:srgbClr val="FFFFFF"/>
                          </a:solidFill>
                          <a:latin typeface="Sakkal Majalla"/>
                          <a:cs typeface="Sakkal Majalla"/>
                        </a:rPr>
                        <a:t>المحتوى</a:t>
                      </a:r>
                    </a:p>
                  </a:txBody>
                  <a:tcPr marL="91416" marR="91416" marT="45708" marB="45708">
                    <a:solidFill>
                      <a:schemeClr val="accent1"/>
                    </a:solidFill>
                  </a:tcPr>
                </a:tc>
                <a:tc>
                  <a:txBody>
                    <a:bodyPr/>
                    <a:lstStyle/>
                    <a:p>
                      <a:pPr algn="ctr" rtl="1"/>
                      <a:r>
                        <a:rPr sz="1600" b="1" dirty="0">
                          <a:solidFill>
                            <a:srgbClr val="FFFFFF"/>
                          </a:solidFill>
                          <a:latin typeface="Sakkal Majalla"/>
                          <a:cs typeface="Sakkal Majalla"/>
                        </a:rPr>
                        <a:t>البند</a:t>
                      </a:r>
                    </a:p>
                  </a:txBody>
                  <a:tcPr marL="91416" marR="91416" marT="45708" marB="45708">
                    <a:solidFill>
                      <a:schemeClr val="accent1"/>
                    </a:solidFill>
                  </a:tcPr>
                </a:tc>
                <a:extLst>
                  <a:ext uri="{0D108BD9-81ED-4DB2-BD59-A6C34878D82A}">
                    <a16:rowId xmlns:a16="http://schemas.microsoft.com/office/drawing/2014/main" val="10000"/>
                  </a:ext>
                </a:extLst>
              </a:tr>
              <a:tr h="235000">
                <a:tc>
                  <a:txBody>
                    <a:bodyPr/>
                    <a:lstStyle/>
                    <a:p>
                      <a:pPr algn="r" rtl="1"/>
                      <a:r>
                        <a:rPr sz="1200" b="0" dirty="0">
                          <a:solidFill>
                            <a:srgbClr val="1C2B4A"/>
                          </a:solidFill>
                          <a:latin typeface="Sakkal Majalla"/>
                          <a:cs typeface="Sakkal Majalla"/>
                        </a:rPr>
                        <a:t>سياسة إدارة المخاطر في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اسم السياسة</a:t>
                      </a:r>
                    </a:p>
                  </a:txBody>
                  <a:tcPr marL="91416" marR="91416" marT="45708" marB="45708">
                    <a:solidFill>
                      <a:schemeClr val="accent1"/>
                    </a:solidFill>
                  </a:tcPr>
                </a:tc>
                <a:extLst>
                  <a:ext uri="{0D108BD9-81ED-4DB2-BD59-A6C34878D82A}">
                    <a16:rowId xmlns:a16="http://schemas.microsoft.com/office/drawing/2014/main" val="10001"/>
                  </a:ext>
                </a:extLst>
              </a:tr>
              <a:tr h="225000">
                <a:tc>
                  <a:txBody>
                    <a:bodyPr/>
                    <a:lstStyle/>
                    <a:p>
                      <a:pPr algn="r" rtl="1"/>
                      <a:r>
                        <a:rPr sz="1200" b="0" dirty="0">
                          <a:solidFill>
                            <a:srgbClr val="1C2B4A"/>
                          </a:solidFill>
                          <a:latin typeface="Sakkal Majalla"/>
                          <a:cs typeface="Sakkal Majalla"/>
                        </a:rPr>
                        <a:t>EA-POLC-09</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رمز السياسة</a:t>
                      </a:r>
                    </a:p>
                  </a:txBody>
                  <a:tcPr marL="91416" marR="91416" marT="45708" marB="45708">
                    <a:solidFill>
                      <a:schemeClr val="accent1"/>
                    </a:solidFill>
                  </a:tcPr>
                </a:tc>
                <a:extLst>
                  <a:ext uri="{0D108BD9-81ED-4DB2-BD59-A6C34878D82A}">
                    <a16:rowId xmlns:a16="http://schemas.microsoft.com/office/drawing/2014/main" val="10002"/>
                  </a:ext>
                </a:extLst>
              </a:tr>
              <a:tr h="265000">
                <a:tc>
                  <a:txBody>
                    <a:bodyPr/>
                    <a:lstStyle/>
                    <a:p>
                      <a:pPr algn="r" rtl="1"/>
                      <a:r>
                        <a:rPr sz="1200" b="0" dirty="0">
                          <a:solidFill>
                            <a:srgbClr val="1C2B4A"/>
                          </a:solidFill>
                          <a:latin typeface="Sakkal Majalla"/>
                          <a:cs typeface="Sakkal Majalla"/>
                        </a:rPr>
                        <a:t>تحدد هذه السياسة منهجية تحديد وتقييم ومعالجة ومتابعة المخاطر المرتبطة بممارسة البنية المؤسسية ومخرجاتها بما يضمن استدامة الممارسة وتقليل التأثيرات السلبية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وصف السياسة</a:t>
                      </a:r>
                    </a:p>
                  </a:txBody>
                  <a:tcPr marL="91416" marR="91416" marT="45708" marB="45708">
                    <a:solidFill>
                      <a:schemeClr val="accent1"/>
                    </a:solidFill>
                  </a:tcPr>
                </a:tc>
                <a:extLst>
                  <a:ext uri="{0D108BD9-81ED-4DB2-BD59-A6C34878D82A}">
                    <a16:rowId xmlns:a16="http://schemas.microsoft.com/office/drawing/2014/main" val="10003"/>
                  </a:ext>
                </a:extLst>
              </a:tr>
              <a:tr h="265000">
                <a:tc>
                  <a:txBody>
                    <a:bodyPr/>
                    <a:lstStyle/>
                    <a:p>
                      <a:pPr algn="r" rtl="1"/>
                      <a:r>
                        <a:rPr sz="1200" b="0" dirty="0">
                          <a:solidFill>
                            <a:srgbClr val="1C2B4A"/>
                          </a:solidFill>
                          <a:latin typeface="Sakkal Majalla"/>
                          <a:cs typeface="Sakkal Majalla"/>
                        </a:rPr>
                        <a:t>تنظيم تحديد وتقييم ومعالجة ومتابعة المخاطر المرتبطة بممارسة البنية المؤسسية ومخرجاتها</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الهدف / الغرض</a:t>
                      </a:r>
                    </a:p>
                  </a:txBody>
                  <a:tcPr marL="91416" marR="91416" marT="45708" marB="45708">
                    <a:solidFill>
                      <a:schemeClr val="accent1"/>
                    </a:solidFill>
                  </a:tcPr>
                </a:tc>
                <a:extLst>
                  <a:ext uri="{0D108BD9-81ED-4DB2-BD59-A6C34878D82A}">
                    <a16:rowId xmlns:a16="http://schemas.microsoft.com/office/drawing/2014/main" val="10004"/>
                  </a:ext>
                </a:extLst>
              </a:tr>
              <a:tr h="255000">
                <a:tc>
                  <a:txBody>
                    <a:bodyPr/>
                    <a:lstStyle/>
                    <a:p>
                      <a:pPr algn="r" rtl="1"/>
                      <a:r>
                        <a:rPr sz="1200" b="0" dirty="0">
                          <a:solidFill>
                            <a:srgbClr val="1C2B4A"/>
                          </a:solidFill>
                          <a:latin typeface="Sakkal Majalla"/>
                          <a:cs typeface="Sakkal Majalla"/>
                        </a:rPr>
                        <a:t>مخاطر التغيير، الامتثال، التنفيذ، البيانات، الأدوات، الاستثناءات المرتبطة بممارسة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نطاق التطبيق</a:t>
                      </a:r>
                    </a:p>
                  </a:txBody>
                  <a:tcPr marL="91416" marR="91416" marT="45708" marB="45708">
                    <a:solidFill>
                      <a:schemeClr val="accent1"/>
                    </a:solidFill>
                  </a:tcPr>
                </a:tc>
                <a:extLst>
                  <a:ext uri="{0D108BD9-81ED-4DB2-BD59-A6C34878D82A}">
                    <a16:rowId xmlns:a16="http://schemas.microsoft.com/office/drawing/2014/main" val="10005"/>
                  </a:ext>
                </a:extLst>
              </a:tr>
              <a:tr h="255000">
                <a:tc>
                  <a:txBody>
                    <a:bodyPr/>
                    <a:lstStyle/>
                    <a:p>
                      <a:pPr algn="r" rtl="1"/>
                      <a:r>
                        <a:rPr sz="1200" b="0" dirty="0">
                          <a:solidFill>
                            <a:srgbClr val="1C2B4A"/>
                          </a:solidFill>
                          <a:latin typeface="Sakkal Majalla"/>
                          <a:cs typeface="Sakkal Majalla"/>
                        </a:rPr>
                        <a:t>فريق مكتب البنية المؤسسية، إدارة المخاطر، </a:t>
                      </a:r>
                      <a:r>
                        <a:rPr sz="1200" b="0" dirty="0" err="1">
                          <a:solidFill>
                            <a:srgbClr val="1C2B4A"/>
                          </a:solidFill>
                          <a:latin typeface="Sakkal Majalla"/>
                          <a:cs typeface="Sakkal Majalla"/>
                        </a:rPr>
                        <a:t>الجهات</a:t>
                      </a:r>
                      <a:r>
                        <a:rPr sz="1200" b="0" dirty="0">
                          <a:solidFill>
                            <a:srgbClr val="1C2B4A"/>
                          </a:solidFill>
                          <a:latin typeface="Sakkal Majalla"/>
                          <a:cs typeface="Sakkal Majalla"/>
                        </a:rPr>
                        <a:t> </a:t>
                      </a:r>
                      <a:r>
                        <a:rPr lang="ar-EG" sz="1200" b="0" dirty="0">
                          <a:solidFill>
                            <a:srgbClr val="1C2B4A"/>
                          </a:solidFill>
                          <a:latin typeface="Sakkal Majalla"/>
                          <a:cs typeface="Sakkal Majalla"/>
                        </a:rPr>
                        <a:t>المنوطة ب</a:t>
                      </a:r>
                      <a:r>
                        <a:rPr sz="1200" b="0" dirty="0" err="1">
                          <a:solidFill>
                            <a:srgbClr val="1C2B4A"/>
                          </a:solidFill>
                          <a:latin typeface="Sakkal Majalla"/>
                          <a:cs typeface="Sakkal Majalla"/>
                        </a:rPr>
                        <a:t>الحوكمة</a:t>
                      </a:r>
                      <a:r>
                        <a:rPr sz="1200" b="0" dirty="0">
                          <a:solidFill>
                            <a:srgbClr val="1C2B4A"/>
                          </a:solidFill>
                          <a:latin typeface="Sakkal Majalla"/>
                          <a:cs typeface="Sakkal Majalla"/>
                        </a:rPr>
                        <a:t>، مدراء المشاريع</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المستهدفون</a:t>
                      </a:r>
                    </a:p>
                  </a:txBody>
                  <a:tcPr marL="91416" marR="91416" marT="45708" marB="45708">
                    <a:solidFill>
                      <a:schemeClr val="accent1"/>
                    </a:solidFill>
                  </a:tcPr>
                </a:tc>
                <a:extLst>
                  <a:ext uri="{0D108BD9-81ED-4DB2-BD59-A6C34878D82A}">
                    <a16:rowId xmlns:a16="http://schemas.microsoft.com/office/drawing/2014/main" val="10006"/>
                  </a:ext>
                </a:extLst>
              </a:tr>
              <a:tr h="665000">
                <a:tc>
                  <a:txBody>
                    <a:bodyPr/>
                    <a:lstStyle/>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تحديد وتقييم المخاطر المرتبطة بممارسة البنية المؤسسية وتوثيقها في سجل مخاطر معتمد يُحدَّث دورياً.</a:t>
                      </a:r>
                    </a:p>
                    <a:p>
                      <a:pPr algn="r" rtl="1">
                        <a:lnSpc>
                          <a:spcPts val="1300"/>
                        </a:lnSpc>
                      </a:pPr>
                      <a:r>
                        <a:rPr sz="1200" b="1" dirty="0">
                          <a:solidFill>
                            <a:srgbClr val="2C1F6B"/>
                          </a:solidFill>
                          <a:latin typeface="Sakkal Majalla"/>
                          <a:cs typeface="Sakkal Majalla"/>
                        </a:rPr>
                        <a:t>لا يجوز </a:t>
                      </a:r>
                      <a:r>
                        <a:rPr sz="1200" b="0" dirty="0">
                          <a:solidFill>
                            <a:srgbClr val="1C2B4A"/>
                          </a:solidFill>
                          <a:latin typeface="Sakkal Majalla"/>
                          <a:cs typeface="Sakkal Majalla"/>
                        </a:rPr>
                        <a:t>تنفيذ أي قرار معماري جوهري دون تقييم مخاطره المحتملة وتحديد خطة معالجة واضحة ومعتمدة.</a:t>
                      </a: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تصعيد المخاطر الحرجة إلى الجهات المشرفة خلال (48) ساعة من رصدها.</a:t>
                      </a:r>
                    </a:p>
                    <a:p>
                      <a:pPr algn="r" rtl="1">
                        <a:lnSpc>
                          <a:spcPts val="1300"/>
                        </a:lnSpc>
                      </a:pPr>
                      <a:r>
                        <a:rPr sz="1200" b="1" dirty="0">
                          <a:solidFill>
                            <a:srgbClr val="2C1F6B"/>
                          </a:solidFill>
                          <a:latin typeface="Sakkal Majalla"/>
                          <a:cs typeface="Sakkal Majalla"/>
                        </a:rPr>
                        <a:t>ينبغي </a:t>
                      </a:r>
                      <a:r>
                        <a:rPr sz="1200" b="0" dirty="0">
                          <a:solidFill>
                            <a:srgbClr val="1C2B4A"/>
                          </a:solidFill>
                          <a:latin typeface="Sakkal Majalla"/>
                          <a:cs typeface="Sakkal Majalla"/>
                        </a:rPr>
                        <a:t>مراجعة سجل المخاطر ربع سنوياً على الأقل وتحديث تقييمات الأثر والاحتمالية وفق المستجدات.</a:t>
                      </a: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التنسيق مع إدارة المخاطر المؤسسية لدمج مخاطر البنية المؤسسية ضمن الإطار الموحد للمخاطر في الهيئة.</a:t>
                      </a:r>
                    </a:p>
                  </a:txBody>
                  <a:tcPr marL="91416" marR="91416" marT="50000" marB="50000">
                    <a:solidFill>
                      <a:srgbClr val="EDE9F8"/>
                    </a:solidFill>
                  </a:tcPr>
                </a:tc>
                <a:tc>
                  <a:txBody>
                    <a:bodyPr/>
                    <a:lstStyle/>
                    <a:p>
                      <a:pPr algn="ctr" rtl="1"/>
                      <a:r>
                        <a:rPr lang="ar-EG" sz="1200" b="1" dirty="0">
                          <a:solidFill>
                            <a:srgbClr val="FFFFFF"/>
                          </a:solidFill>
                          <a:latin typeface="Sakkal Majalla"/>
                          <a:cs typeface="Sakkal Majalla"/>
                        </a:rPr>
                        <a:t>نص السياسة</a:t>
                      </a:r>
                      <a:endParaRPr sz="1200" b="1" dirty="0">
                        <a:solidFill>
                          <a:srgbClr val="FFFFFF"/>
                        </a:solidFill>
                        <a:latin typeface="Sakkal Majalla"/>
                        <a:cs typeface="Sakkal Majalla"/>
                      </a:endParaRPr>
                    </a:p>
                  </a:txBody>
                  <a:tcPr marL="91416" marR="91416" marT="45708" marB="45708">
                    <a:solidFill>
                      <a:srgbClr val="2C1F6B"/>
                    </a:solidFill>
                  </a:tcPr>
                </a:tc>
                <a:extLst>
                  <a:ext uri="{0D108BD9-81ED-4DB2-BD59-A6C34878D82A}">
                    <a16:rowId xmlns:a16="http://schemas.microsoft.com/office/drawing/2014/main" val="10007"/>
                  </a:ext>
                </a:extLst>
              </a:tr>
              <a:tr h="260000">
                <a:tc>
                  <a:txBody>
                    <a:bodyPr/>
                    <a:lstStyle/>
                    <a:p>
                      <a:pPr algn="r" rtl="1"/>
                      <a:r>
                        <a:rPr sz="1200" b="0" dirty="0">
                          <a:solidFill>
                            <a:srgbClr val="1C2B4A"/>
                          </a:solidFill>
                          <a:latin typeface="Sakkal Majalla"/>
                          <a:cs typeface="Sakkal Majalla"/>
                        </a:rPr>
                        <a:t>نسبة المخاطر ذات تقييم موثق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المخاطر ذات معالجة/قرار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إجراء المتابعة الدورية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تصعيد المخاطر الحرجة في الوقت المحدد</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معايير القياس والامتثال</a:t>
                      </a:r>
                    </a:p>
                  </a:txBody>
                  <a:tcPr marL="91416" marR="91416" marT="45708" marB="45708">
                    <a:solidFill>
                      <a:schemeClr val="accent1"/>
                    </a:solidFill>
                  </a:tcPr>
                </a:tc>
                <a:extLst>
                  <a:ext uri="{0D108BD9-81ED-4DB2-BD59-A6C34878D82A}">
                    <a16:rowId xmlns:a16="http://schemas.microsoft.com/office/drawing/2014/main" val="10008"/>
                  </a:ext>
                </a:extLst>
              </a:tr>
              <a:tr h="255000">
                <a:tc>
                  <a:txBody>
                    <a:bodyPr/>
                    <a:lstStyle/>
                    <a:p>
                      <a:pPr algn="r" rtl="1"/>
                      <a:r>
                        <a:rPr sz="1200" b="0" dirty="0">
                          <a:solidFill>
                            <a:srgbClr val="1C2B4A"/>
                          </a:solidFill>
                          <a:latin typeface="Sakkal Majalla"/>
                          <a:cs typeface="Sakkal Majalla"/>
                        </a:rPr>
                        <a:t>EA-POLC-02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حوكمة</a:t>
                      </a:r>
                      <a:r>
                        <a:rPr sz="1200" b="0" dirty="0">
                          <a:solidFill>
                            <a:srgbClr val="1C2B4A"/>
                          </a:solidFill>
                          <a:latin typeface="Sakkal Majalla"/>
                          <a:cs typeface="Sakkal Majalla"/>
                        </a:rPr>
                        <a:t> </a:t>
                      </a:r>
                      <a:r>
                        <a:rPr sz="1200" b="0" dirty="0" err="1">
                          <a:solidFill>
                            <a:srgbClr val="1C2B4A"/>
                          </a:solidFill>
                          <a:latin typeface="Sakkal Majalla"/>
                          <a:cs typeface="Sakkal Majalla"/>
                        </a:rPr>
                        <a:t>البنية</a:t>
                      </a:r>
                      <a:r>
                        <a:rPr sz="1200" b="0" dirty="0">
                          <a:solidFill>
                            <a:srgbClr val="1C2B4A"/>
                          </a:solidFill>
                          <a:latin typeface="Sakkal Majalla"/>
                          <a:cs typeface="Sakkal Majalla"/>
                        </a:rPr>
                        <a:t> </a:t>
                      </a:r>
                      <a:r>
                        <a:rPr sz="1200" b="0" dirty="0" err="1">
                          <a:solidFill>
                            <a:srgbClr val="1C2B4A"/>
                          </a:solidFill>
                          <a:latin typeface="Sakkal Majalla"/>
                          <a:cs typeface="Sakkal Majalla"/>
                        </a:rPr>
                        <a:t>المؤسسية</a:t>
                      </a:r>
                      <a:r>
                        <a:rPr lang="ar-SA" sz="1200" b="0" dirty="0">
                          <a:solidFill>
                            <a:srgbClr val="1C2B4A"/>
                          </a:solidFill>
                          <a:latin typeface="Sakkal Majalla"/>
                          <a:cs typeface="Sakkal Majalla"/>
                        </a:rPr>
                        <a:t> |</a:t>
                      </a:r>
                      <a:r>
                        <a:rPr sz="1200" b="0" dirty="0">
                          <a:solidFill>
                            <a:srgbClr val="1C2B4A"/>
                          </a:solidFill>
                          <a:latin typeface="Sakkal Majalla"/>
                          <a:cs typeface="Sakkal Majalla"/>
                        </a:rPr>
                        <a:t> EA-POLC-03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إدارة</a:t>
                      </a:r>
                      <a:r>
                        <a:rPr sz="1200" b="0" dirty="0">
                          <a:solidFill>
                            <a:srgbClr val="1C2B4A"/>
                          </a:solidFill>
                          <a:latin typeface="Sakkal Majalla"/>
                          <a:cs typeface="Sakkal Majalla"/>
                        </a:rPr>
                        <a:t> </a:t>
                      </a:r>
                      <a:r>
                        <a:rPr sz="1200" b="0" dirty="0" err="1">
                          <a:solidFill>
                            <a:srgbClr val="1C2B4A"/>
                          </a:solidFill>
                          <a:latin typeface="Sakkal Majalla"/>
                          <a:cs typeface="Sakkal Majalla"/>
                        </a:rPr>
                        <a:t>التغيير</a:t>
                      </a:r>
                      <a:r>
                        <a:rPr lang="ar-SA" sz="1200" b="0" dirty="0">
                          <a:solidFill>
                            <a:srgbClr val="1C2B4A"/>
                          </a:solidFill>
                          <a:latin typeface="Sakkal Majalla"/>
                          <a:cs typeface="Sakkal Majalla"/>
                        </a:rPr>
                        <a:t> |</a:t>
                      </a:r>
                      <a:r>
                        <a:rPr sz="1200" b="0" dirty="0">
                          <a:solidFill>
                            <a:srgbClr val="1C2B4A"/>
                          </a:solidFill>
                          <a:latin typeface="Sakkal Majalla"/>
                          <a:cs typeface="Sakkal Majalla"/>
                        </a:rPr>
                        <a:t> EA-POLC-06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تقييم</a:t>
                      </a:r>
                      <a:r>
                        <a:rPr sz="1200" b="0" dirty="0">
                          <a:solidFill>
                            <a:srgbClr val="1C2B4A"/>
                          </a:solidFill>
                          <a:latin typeface="Sakkal Majalla"/>
                          <a:cs typeface="Sakkal Majalla"/>
                        </a:rPr>
                        <a:t> </a:t>
                      </a:r>
                      <a:r>
                        <a:rPr sz="1200" b="0" dirty="0" err="1">
                          <a:solidFill>
                            <a:srgbClr val="1C2B4A"/>
                          </a:solidFill>
                          <a:latin typeface="Sakkal Majalla"/>
                          <a:cs typeface="Sakkal Majalla"/>
                        </a:rPr>
                        <a:t>الأداء</a:t>
                      </a:r>
                      <a:r>
                        <a:rPr lang="ar-SA" sz="1200" b="0" dirty="0">
                          <a:solidFill>
                            <a:srgbClr val="1C2B4A"/>
                          </a:solidFill>
                          <a:latin typeface="Sakkal Majalla"/>
                          <a:cs typeface="Sakkal Majalla"/>
                        </a:rPr>
                        <a:t> |</a:t>
                      </a:r>
                      <a:r>
                        <a:rPr sz="1200" b="0" dirty="0">
                          <a:solidFill>
                            <a:srgbClr val="1C2B4A"/>
                          </a:solidFill>
                          <a:latin typeface="Sakkal Majalla"/>
                          <a:cs typeface="Sakkal Majalla"/>
                        </a:rPr>
                        <a:t> EA-POLC-07 </a:t>
                      </a:r>
                      <a:r>
                        <a:rPr sz="1200" b="0" dirty="0" err="1">
                          <a:solidFill>
                            <a:srgbClr val="1C2B4A"/>
                          </a:solidFill>
                          <a:latin typeface="Sakkal Majalla"/>
                          <a:cs typeface="Sakkal Majalla"/>
                        </a:rPr>
                        <a:t>دعم</a:t>
                      </a:r>
                      <a:r>
                        <a:rPr sz="1200" b="0" dirty="0">
                          <a:solidFill>
                            <a:srgbClr val="1C2B4A"/>
                          </a:solidFill>
                          <a:latin typeface="Sakkal Majalla"/>
                          <a:cs typeface="Sakkal Majalla"/>
                        </a:rPr>
                        <a:t> حوكمة الاستثمارات</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السياسات المرتبطة بها</a:t>
                      </a:r>
                    </a:p>
                  </a:txBody>
                  <a:tcPr marL="91416" marR="91416" marT="45708" marB="45708">
                    <a:solidFill>
                      <a:schemeClr val="accent1"/>
                    </a:solidFill>
                  </a:tcPr>
                </a:tc>
                <a:extLst>
                  <a:ext uri="{0D108BD9-81ED-4DB2-BD59-A6C34878D82A}">
                    <a16:rowId xmlns:a16="http://schemas.microsoft.com/office/drawing/2014/main" val="10009"/>
                  </a:ext>
                </a:extLst>
              </a:tr>
              <a:tr h="225000">
                <a:tc>
                  <a:txBody>
                    <a:bodyPr/>
                    <a:lstStyle/>
                    <a:p>
                      <a:pPr algn="r" rtl="1"/>
                      <a:r>
                        <a:rPr sz="1200" b="0" dirty="0">
                          <a:solidFill>
                            <a:srgbClr val="1C2B4A"/>
                          </a:solidFill>
                          <a:latin typeface="Sakkal Majalla"/>
                          <a:cs typeface="Sakkal Majalla"/>
                        </a:rPr>
                        <a:t>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المالك</a:t>
                      </a:r>
                    </a:p>
                  </a:txBody>
                  <a:tcPr marL="91416" marR="91416" marT="45708" marB="45708">
                    <a:solidFill>
                      <a:schemeClr val="accent1"/>
                    </a:solidFill>
                  </a:tcPr>
                </a:tc>
                <a:extLst>
                  <a:ext uri="{0D108BD9-81ED-4DB2-BD59-A6C34878D82A}">
                    <a16:rowId xmlns:a16="http://schemas.microsoft.com/office/drawing/2014/main" val="10010"/>
                  </a:ext>
                </a:extLst>
              </a:tr>
              <a:tr h="255000">
                <a:tc>
                  <a:txBody>
                    <a:bodyPr/>
                    <a:lstStyle/>
                    <a:p>
                      <a:pPr algn="r" rtl="1"/>
                      <a:r>
                        <a:rPr sz="1200" b="0" dirty="0">
                          <a:solidFill>
                            <a:srgbClr val="1C2B4A"/>
                          </a:solidFill>
                          <a:latin typeface="Sakkal Majalla"/>
                          <a:cs typeface="Sakkal Majalla"/>
                        </a:rPr>
                        <a:t>وفق اعتماد حوكمة البنية تليها آلية اعتماد السياسات في الهيئة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الجهة المعتمدة</a:t>
                      </a:r>
                    </a:p>
                  </a:txBody>
                  <a:tcPr marL="91416" marR="91416" marT="45708" marB="45708">
                    <a:solidFill>
                      <a:schemeClr val="accent1"/>
                    </a:solidFill>
                  </a:tcPr>
                </a:tc>
                <a:extLst>
                  <a:ext uri="{0D108BD9-81ED-4DB2-BD59-A6C34878D82A}">
                    <a16:rowId xmlns:a16="http://schemas.microsoft.com/office/drawing/2014/main" val="10011"/>
                  </a:ext>
                </a:extLst>
              </a:tr>
              <a:tr h="255000">
                <a:tc>
                  <a:txBody>
                    <a:bodyPr/>
                    <a:lstStyle/>
                    <a:p>
                      <a:pPr algn="r" rtl="0"/>
                      <a:r>
                        <a:rPr sz="1200" b="0" dirty="0">
                          <a:solidFill>
                            <a:srgbClr val="1C2B4A"/>
                          </a:solidFill>
                          <a:latin typeface="Sakkal Majalla"/>
                          <a:cs typeface="Sakkal Majalla"/>
                        </a:rPr>
                        <a:t>ISO 31000 -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إدارة</a:t>
                      </a:r>
                      <a:r>
                        <a:rPr sz="1200" b="0" dirty="0">
                          <a:solidFill>
                            <a:srgbClr val="1C2B4A"/>
                          </a:solidFill>
                          <a:latin typeface="Sakkal Majalla"/>
                          <a:cs typeface="Sakkal Majalla"/>
                        </a:rPr>
                        <a:t> المخاطر | إطار المخاطر </a:t>
                      </a:r>
                      <a:r>
                        <a:rPr sz="1200" b="0" dirty="0" err="1">
                          <a:solidFill>
                            <a:srgbClr val="1C2B4A"/>
                          </a:solidFill>
                          <a:latin typeface="Sakkal Majalla"/>
                          <a:cs typeface="Sakkal Majalla"/>
                        </a:rPr>
                        <a:t>الحكومي</a:t>
                      </a:r>
                      <a:r>
                        <a:rPr sz="1200" b="0" dirty="0">
                          <a:solidFill>
                            <a:srgbClr val="1C2B4A"/>
                          </a:solidFill>
                          <a:latin typeface="Sakkal Majalla"/>
                          <a:cs typeface="Sakkal Majalla"/>
                        </a:rPr>
                        <a:t> |</a:t>
                      </a:r>
                    </a:p>
                  </a:txBody>
                  <a:tcPr marL="91416" marR="91416" marT="45708" marB="45708">
                    <a:solidFill>
                      <a:srgbClr val="FFFFFF"/>
                    </a:solidFill>
                  </a:tcPr>
                </a:tc>
                <a:tc>
                  <a:txBody>
                    <a:bodyPr/>
                    <a:lstStyle/>
                    <a:p>
                      <a:pPr algn="ctr" rtl="1"/>
                      <a:r>
                        <a:rPr lang="ar-EG" sz="1200" b="1" dirty="0">
                          <a:solidFill>
                            <a:srgbClr val="FFFFFF"/>
                          </a:solidFill>
                          <a:latin typeface="Sakkal Majalla"/>
                          <a:cs typeface="Sakkal Majalla"/>
                        </a:rPr>
                        <a:t>المرجعية</a:t>
                      </a:r>
                      <a:endParaRPr sz="1200" b="1" dirty="0">
                        <a:solidFill>
                          <a:srgbClr val="FFFFFF"/>
                        </a:solidFill>
                        <a:latin typeface="Sakkal Majalla"/>
                        <a:cs typeface="Sakkal Majalla"/>
                      </a:endParaRPr>
                    </a:p>
                  </a:txBody>
                  <a:tcPr marL="91416" marR="91416" marT="45708" marB="45708">
                    <a:solidFill>
                      <a:schemeClr val="accent1"/>
                    </a:solidFill>
                  </a:tcPr>
                </a:tc>
                <a:extLst>
                  <a:ext uri="{0D108BD9-81ED-4DB2-BD59-A6C34878D82A}">
                    <a16:rowId xmlns:a16="http://schemas.microsoft.com/office/drawing/2014/main" val="10012"/>
                  </a:ext>
                </a:extLst>
              </a:tr>
              <a:tr h="255000">
                <a:tc>
                  <a:txBody>
                    <a:bodyPr/>
                    <a:lstStyle/>
                    <a:p>
                      <a:pPr algn="r" rtl="1"/>
                      <a:r>
                        <a:rPr sz="1200" b="0" dirty="0">
                          <a:solidFill>
                            <a:srgbClr val="1C2B4A"/>
                          </a:solidFill>
                          <a:latin typeface="Sakkal Majalla"/>
                          <a:cs typeface="Sakkal Majalla"/>
                        </a:rPr>
                        <a:t>تُدار بقرار موثق مع توثيق الأثر والمخاطر المترتبة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الاستثناءات / الإعفاء</a:t>
                      </a:r>
                    </a:p>
                  </a:txBody>
                  <a:tcPr marL="91416" marR="91416" marT="45708" marB="45708">
                    <a:solidFill>
                      <a:schemeClr val="accent1"/>
                    </a:solidFill>
                  </a:tcPr>
                </a:tc>
                <a:extLst>
                  <a:ext uri="{0D108BD9-81ED-4DB2-BD59-A6C34878D82A}">
                    <a16:rowId xmlns:a16="http://schemas.microsoft.com/office/drawing/2014/main" val="10013"/>
                  </a:ext>
                </a:extLst>
              </a:tr>
              <a:tr h="265000">
                <a:tc>
                  <a:txBody>
                    <a:bodyPr/>
                    <a:lstStyle/>
                    <a:p>
                      <a:pPr algn="r" rtl="1"/>
                      <a:r>
                        <a:rPr sz="1200" b="0" dirty="0">
                          <a:solidFill>
                            <a:srgbClr val="1C2B4A"/>
                          </a:solidFill>
                          <a:latin typeface="Sakkal Majalla"/>
                          <a:cs typeface="Sakkal Majalla"/>
                        </a:rPr>
                        <a:t>عدم تحديث سجل المخاطر وفق الدورية مخالفة | المخاطر الحرجة غير المُبلَّغ عنها تُعامَل كحادثة إدارية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توثَّق</a:t>
                      </a:r>
                      <a:r>
                        <a:rPr sz="1200" b="0" dirty="0">
                          <a:solidFill>
                            <a:srgbClr val="1C2B4A"/>
                          </a:solidFill>
                          <a:latin typeface="Sakkal Majalla"/>
                          <a:cs typeface="Sakkal Majalla"/>
                        </a:rPr>
                        <a:t> في تقرير الامتثال الربعي</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تبعات عدم الامتثال</a:t>
                      </a:r>
                    </a:p>
                  </a:txBody>
                  <a:tcPr marL="91416" marR="91416" marT="45708" marB="45708">
                    <a:solidFill>
                      <a:schemeClr val="accent1"/>
                    </a:solidFill>
                  </a:tcPr>
                </a:tc>
                <a:extLst>
                  <a:ext uri="{0D108BD9-81ED-4DB2-BD59-A6C34878D82A}">
                    <a16:rowId xmlns:a16="http://schemas.microsoft.com/office/drawing/2014/main" val="10014"/>
                  </a:ext>
                </a:extLst>
              </a:tr>
              <a:tr h="255000">
                <a:tc>
                  <a:txBody>
                    <a:bodyPr/>
                    <a:lstStyle/>
                    <a:p>
                      <a:pPr algn="r" rtl="1"/>
                      <a:r>
                        <a:rPr sz="1200" b="0" dirty="0">
                          <a:solidFill>
                            <a:srgbClr val="1C2B4A"/>
                          </a:solidFill>
                          <a:latin typeface="Sakkal Majalla"/>
                          <a:cs typeface="Sakkal Majalla"/>
                        </a:rPr>
                        <a:t>الدورية: دورية ومراجعة عند المشاريع والتغييرات المؤثرة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المسؤول</a:t>
                      </a:r>
                      <a:r>
                        <a:rPr sz="1200" b="0" dirty="0">
                          <a:solidFill>
                            <a:srgbClr val="1C2B4A"/>
                          </a:solidFill>
                          <a:latin typeface="Sakkal Majalla"/>
                          <a:cs typeface="Sakkal Majalla"/>
                        </a:rPr>
                        <a:t>: مدير 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آلية المراجعة والتحديث</a:t>
                      </a:r>
                    </a:p>
                  </a:txBody>
                  <a:tcPr marL="91416" marR="91416" marT="45708" marB="45708">
                    <a:solidFill>
                      <a:schemeClr val="accent1"/>
                    </a:solidFill>
                  </a:tcPr>
                </a:tc>
                <a:extLst>
                  <a:ext uri="{0D108BD9-81ED-4DB2-BD59-A6C34878D82A}">
                    <a16:rowId xmlns:a16="http://schemas.microsoft.com/office/drawing/2014/main" val="10015"/>
                  </a:ext>
                </a:extLst>
              </a:tr>
              <a:tr h="290000">
                <a:tc>
                  <a:txBody>
                    <a:bodyPr/>
                    <a:lstStyle/>
                    <a:p>
                      <a:pPr algn="r" rtl="1"/>
                      <a:r>
                        <a:rPr sz="1100" b="0" dirty="0">
                          <a:solidFill>
                            <a:srgbClr val="1C2B4A"/>
                          </a:solidFill>
                          <a:latin typeface="Sakkal Majalla"/>
                          <a:cs typeface="Sakkal Majalla"/>
                        </a:rPr>
                        <a:t>مراجعة الامتثال | تطوير وتحديث خطة مراجعة الامتثال | التقرير الدوري لأداء مكتب البنية المؤسسية | تقييم أثر التغيير في البنية المؤسسية</a:t>
                      </a:r>
                    </a:p>
                  </a:txBody>
                  <a:tcPr marL="91416" marR="91416" marT="45708" marB="45708">
                    <a:solidFill>
                      <a:srgbClr val="EEF2FF"/>
                    </a:solidFill>
                  </a:tcPr>
                </a:tc>
                <a:tc>
                  <a:txBody>
                    <a:bodyPr/>
                    <a:lstStyle/>
                    <a:p>
                      <a:pPr algn="ctr" rtl="1"/>
                      <a:r>
                        <a:rPr sz="1200" b="1" dirty="0">
                          <a:solidFill>
                            <a:srgbClr val="FFFFFF"/>
                          </a:solidFill>
                          <a:latin typeface="Sakkal Majalla"/>
                          <a:cs typeface="Sakkal Majalla"/>
                        </a:rPr>
                        <a:t>الإجراءات المرتبطة</a:t>
                      </a:r>
                    </a:p>
                  </a:txBody>
                  <a:tcPr marL="91416" marR="91416" marT="45708" marB="45708">
                    <a:solidFill>
                      <a:srgbClr val="1E40AF"/>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578014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36D8C-7838-5F54-90A7-5F28655725CD}"/>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6C30FB45-B366-D660-F241-B31DC4A8B0CD}"/>
              </a:ext>
            </a:extLst>
          </p:cNvPr>
          <p:cNvSpPr txBox="1"/>
          <p:nvPr/>
        </p:nvSpPr>
        <p:spPr>
          <a:xfrm>
            <a:off x="834812" y="6394893"/>
            <a:ext cx="6096016" cy="307697"/>
          </a:xfrm>
          <a:prstGeom prst="rect">
            <a:avLst/>
          </a:prstGeom>
          <a:noFill/>
        </p:spPr>
        <p:txBody>
          <a:bodyPr wrap="square">
            <a:spAutoFit/>
          </a:bodyPr>
          <a:lstStyle/>
          <a:p>
            <a:pPr defTabSz="914126"/>
            <a:fld id="{008E1BDA-5E07-414A-8101-29DABEB15B19}" type="slidenum">
              <a:rPr lang="en-SA" sz="1400" b="1">
                <a:solidFill>
                  <a:srgbClr val="4C3C8D"/>
                </a:solidFill>
                <a:latin typeface="Sakkal Majalla"/>
                <a:cs typeface="Sakkal Majalla"/>
              </a:rPr>
              <a:pPr defTabSz="914126"/>
              <a:t>20</a:t>
            </a:fld>
            <a:endParaRPr lang="en-US" sz="1400" b="1" dirty="0">
              <a:solidFill>
                <a:srgbClr val="4C3C8D"/>
              </a:solidFill>
              <a:latin typeface="Sakkal Majalla"/>
              <a:cs typeface="Sakkal Majalla"/>
            </a:endParaRPr>
          </a:p>
        </p:txBody>
      </p:sp>
      <p:sp>
        <p:nvSpPr>
          <p:cNvPr id="2" name="Title 1">
            <a:extLst>
              <a:ext uri="{FF2B5EF4-FFF2-40B4-BE49-F238E27FC236}">
                <a16:creationId xmlns:a16="http://schemas.microsoft.com/office/drawing/2014/main" id="{4F6C4F46-C562-E062-E0C7-3CDFD7D6306E}"/>
              </a:ext>
            </a:extLst>
          </p:cNvPr>
          <p:cNvSpPr txBox="1">
            <a:spLocks/>
          </p:cNvSpPr>
          <p:nvPr/>
        </p:nvSpPr>
        <p:spPr>
          <a:xfrm>
            <a:off x="1164605" y="280000"/>
            <a:ext cx="10187826" cy="820000"/>
          </a:xfrm>
          <a:prstGeom prst="rect">
            <a:avLst/>
          </a:prstGeom>
        </p:spPr>
        <p:txBody>
          <a:bodyPr vert="horz" lIns="91416" tIns="45708" rIns="0" bIns="45708" rtlCol="0" anchor="ctr" anchorCtr="0">
            <a:normAutofit/>
          </a:bodyPr>
          <a:lstStyle>
            <a:lvl1pPr algn="r" defTabSz="914400" rtl="1" eaLnBrk="1" latinLnBrk="0" hangingPunct="1">
              <a:lnSpc>
                <a:spcPct val="100000"/>
              </a:lnSpc>
              <a:spcBef>
                <a:spcPct val="0"/>
              </a:spcBef>
              <a:buNone/>
              <a:defRPr sz="1500" b="1" kern="1200">
                <a:solidFill>
                  <a:schemeClr val="accent1"/>
                </a:solidFill>
                <a:latin typeface="+mj-lt"/>
                <a:ea typeface="+mj-ea"/>
                <a:cs typeface="+mj-cs"/>
              </a:defRPr>
            </a:lvl1pPr>
          </a:lstStyle>
          <a:p>
            <a:pPr defTabSz="914126"/>
            <a:r>
              <a:rPr lang="en-US" sz="1500" dirty="0">
                <a:solidFill>
                  <a:srgbClr val="4C3C8D"/>
                </a:solidFill>
                <a:latin typeface="Sakkal Majalla"/>
                <a:cs typeface="Sakkal Majalla"/>
              </a:rPr>
              <a:t> </a:t>
            </a:r>
            <a:r>
              <a:rPr lang="ar-SA" sz="1500" dirty="0">
                <a:solidFill>
                  <a:srgbClr val="4C3C8D"/>
                </a:solidFill>
                <a:latin typeface="Sakkal Majalla"/>
                <a:cs typeface="Sakkal Majalla"/>
              </a:rPr>
              <a:t>بطاقة </a:t>
            </a:r>
            <a:r>
              <a:rPr lang="ar-EG" sz="1500" dirty="0">
                <a:solidFill>
                  <a:srgbClr val="4C3C8D"/>
                </a:solidFill>
                <a:latin typeface="Sakkal Majalla"/>
                <a:cs typeface="Sakkal Majalla"/>
              </a:rPr>
              <a:t>السياسة</a:t>
            </a:r>
            <a:r>
              <a:rPr lang="ar-SA" sz="1500" dirty="0">
                <a:solidFill>
                  <a:srgbClr val="4C3C8D"/>
                </a:solidFill>
                <a:latin typeface="Sakkal Majalla"/>
                <a:cs typeface="Sakkal Majalla"/>
              </a:rPr>
              <a:t> </a:t>
            </a:r>
            <a:r>
              <a:rPr lang="ar-EG" sz="1500" dirty="0">
                <a:solidFill>
                  <a:srgbClr val="4C3C8D"/>
                </a:solidFill>
                <a:latin typeface="Sakkal Majalla"/>
                <a:cs typeface="Sakkal Majalla"/>
              </a:rPr>
              <a:t>"</a:t>
            </a:r>
            <a:r>
              <a:rPr lang="en-US" sz="1500" dirty="0">
                <a:solidFill>
                  <a:srgbClr val="4C3C8D"/>
                </a:solidFill>
                <a:latin typeface="Sakkal Majalla"/>
                <a:cs typeface="Sakkal Majalla"/>
              </a:rPr>
              <a:t>EA-POLC-10</a:t>
            </a:r>
            <a:r>
              <a:rPr lang="ar-EG" sz="1500" dirty="0">
                <a:solidFill>
                  <a:srgbClr val="4C3C8D"/>
                </a:solidFill>
                <a:latin typeface="Sakkal Majalla"/>
                <a:cs typeface="Sakkal Majalla"/>
              </a:rPr>
              <a:t>: سياسة إدارة البيانات والمعلومات في البنية المؤسسية</a:t>
            </a:r>
            <a:r>
              <a:rPr lang="ar-SA" sz="1500" dirty="0">
                <a:solidFill>
                  <a:srgbClr val="4C3C8D"/>
                </a:solidFill>
                <a:latin typeface="Sakkal Majalla"/>
                <a:cs typeface="Sakkal Majalla"/>
              </a:rPr>
              <a:t>"</a:t>
            </a:r>
          </a:p>
        </p:txBody>
      </p:sp>
      <p:graphicFrame>
        <p:nvGraphicFramePr>
          <p:cNvPr id="3" name="Table 2">
            <a:extLst>
              <a:ext uri="{FF2B5EF4-FFF2-40B4-BE49-F238E27FC236}">
                <a16:creationId xmlns:a16="http://schemas.microsoft.com/office/drawing/2014/main" id="{A0856674-22AB-FEB8-EAB2-C59CDB0C0675}"/>
              </a:ext>
            </a:extLst>
          </p:cNvPr>
          <p:cNvGraphicFramePr>
            <a:graphicFrameLocks noGrp="1"/>
          </p:cNvGraphicFramePr>
          <p:nvPr>
            <p:extLst>
              <p:ext uri="{D42A27DB-BD31-4B8C-83A1-F6EECF244321}">
                <p14:modId xmlns:p14="http://schemas.microsoft.com/office/powerpoint/2010/main" val="3577624539"/>
              </p:ext>
            </p:extLst>
          </p:nvPr>
        </p:nvGraphicFramePr>
        <p:xfrm>
          <a:off x="597839" y="951984"/>
          <a:ext cx="10996325" cy="5395345"/>
        </p:xfrm>
        <a:graphic>
          <a:graphicData uri="http://schemas.openxmlformats.org/drawingml/2006/table">
            <a:tbl>
              <a:tblPr firstRow="1" bandRow="1">
                <a:tableStyleId>{5C22544A-7EE6-4342-B048-85BDC9FD1C3A}</a:tableStyleId>
              </a:tblPr>
              <a:tblGrid>
                <a:gridCol w="8876756">
                  <a:extLst>
                    <a:ext uri="{9D8B030D-6E8A-4147-A177-3AD203B41FA5}">
                      <a16:colId xmlns:a16="http://schemas.microsoft.com/office/drawing/2014/main" val="20000"/>
                    </a:ext>
                  </a:extLst>
                </a:gridCol>
                <a:gridCol w="2119569">
                  <a:extLst>
                    <a:ext uri="{9D8B030D-6E8A-4147-A177-3AD203B41FA5}">
                      <a16:colId xmlns:a16="http://schemas.microsoft.com/office/drawing/2014/main" val="20001"/>
                    </a:ext>
                  </a:extLst>
                </a:gridCol>
              </a:tblGrid>
              <a:tr h="255000">
                <a:tc>
                  <a:txBody>
                    <a:bodyPr/>
                    <a:lstStyle/>
                    <a:p>
                      <a:pPr algn="ctr" rtl="1"/>
                      <a:r>
                        <a:rPr sz="1600" b="1" dirty="0">
                          <a:solidFill>
                            <a:srgbClr val="FFFFFF"/>
                          </a:solidFill>
                          <a:latin typeface="Sakkal Majalla"/>
                          <a:cs typeface="Sakkal Majalla"/>
                        </a:rPr>
                        <a:t>المحتوى</a:t>
                      </a:r>
                    </a:p>
                  </a:txBody>
                  <a:tcPr marL="91416" marR="91416" marT="45708" marB="45708">
                    <a:solidFill>
                      <a:schemeClr val="accent1"/>
                    </a:solidFill>
                  </a:tcPr>
                </a:tc>
                <a:tc>
                  <a:txBody>
                    <a:bodyPr/>
                    <a:lstStyle/>
                    <a:p>
                      <a:pPr algn="ctr" rtl="1"/>
                      <a:r>
                        <a:rPr sz="1600" b="1" dirty="0">
                          <a:solidFill>
                            <a:srgbClr val="FFFFFF"/>
                          </a:solidFill>
                          <a:latin typeface="Sakkal Majalla"/>
                          <a:cs typeface="Sakkal Majalla"/>
                        </a:rPr>
                        <a:t>البند</a:t>
                      </a:r>
                    </a:p>
                  </a:txBody>
                  <a:tcPr marL="91416" marR="91416" marT="45708" marB="45708">
                    <a:solidFill>
                      <a:schemeClr val="accent1"/>
                    </a:solidFill>
                  </a:tcPr>
                </a:tc>
                <a:extLst>
                  <a:ext uri="{0D108BD9-81ED-4DB2-BD59-A6C34878D82A}">
                    <a16:rowId xmlns:a16="http://schemas.microsoft.com/office/drawing/2014/main" val="10000"/>
                  </a:ext>
                </a:extLst>
              </a:tr>
              <a:tr h="235000">
                <a:tc>
                  <a:txBody>
                    <a:bodyPr/>
                    <a:lstStyle/>
                    <a:p>
                      <a:pPr algn="r" rtl="1"/>
                      <a:r>
                        <a:rPr sz="1200" b="0" dirty="0">
                          <a:solidFill>
                            <a:srgbClr val="1C2B4A"/>
                          </a:solidFill>
                          <a:latin typeface="Sakkal Majalla"/>
                          <a:cs typeface="Sakkal Majalla"/>
                        </a:rPr>
                        <a:t>سياسة إدارة البيانات والمعلومات في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اسم السياسة</a:t>
                      </a:r>
                    </a:p>
                  </a:txBody>
                  <a:tcPr marL="91416" marR="91416" marT="45708" marB="45708">
                    <a:solidFill>
                      <a:schemeClr val="accent1"/>
                    </a:solidFill>
                  </a:tcPr>
                </a:tc>
                <a:extLst>
                  <a:ext uri="{0D108BD9-81ED-4DB2-BD59-A6C34878D82A}">
                    <a16:rowId xmlns:a16="http://schemas.microsoft.com/office/drawing/2014/main" val="10001"/>
                  </a:ext>
                </a:extLst>
              </a:tr>
              <a:tr h="225000">
                <a:tc>
                  <a:txBody>
                    <a:bodyPr/>
                    <a:lstStyle/>
                    <a:p>
                      <a:pPr algn="r" rtl="1"/>
                      <a:r>
                        <a:rPr sz="1200" b="0" dirty="0">
                          <a:solidFill>
                            <a:srgbClr val="1C2B4A"/>
                          </a:solidFill>
                          <a:latin typeface="Sakkal Majalla"/>
                          <a:cs typeface="Sakkal Majalla"/>
                        </a:rPr>
                        <a:t>EA-POLC-10</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رمز السياسة</a:t>
                      </a:r>
                    </a:p>
                  </a:txBody>
                  <a:tcPr marL="91416" marR="91416" marT="45708" marB="45708">
                    <a:solidFill>
                      <a:schemeClr val="accent1"/>
                    </a:solidFill>
                  </a:tcPr>
                </a:tc>
                <a:extLst>
                  <a:ext uri="{0D108BD9-81ED-4DB2-BD59-A6C34878D82A}">
                    <a16:rowId xmlns:a16="http://schemas.microsoft.com/office/drawing/2014/main" val="10002"/>
                  </a:ext>
                </a:extLst>
              </a:tr>
              <a:tr h="265000">
                <a:tc>
                  <a:txBody>
                    <a:bodyPr/>
                    <a:lstStyle/>
                    <a:p>
                      <a:pPr algn="r" rtl="1"/>
                      <a:r>
                        <a:rPr sz="1200" b="0" dirty="0">
                          <a:solidFill>
                            <a:srgbClr val="1C2B4A"/>
                          </a:solidFill>
                          <a:latin typeface="Sakkal Majalla"/>
                          <a:cs typeface="Sakkal Majalla"/>
                        </a:rPr>
                        <a:t>تحدد هذه السياسة متطلبات إدارة البيانات والمعلومات والوثائق المعمارية بما يضمن دقتها وحداثتها وإتاحتها وتتبعها عبر مستودع موحد ومنضبط</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وصف السياسة</a:t>
                      </a:r>
                    </a:p>
                  </a:txBody>
                  <a:tcPr marL="91416" marR="91416" marT="45708" marB="45708">
                    <a:solidFill>
                      <a:schemeClr val="accent1"/>
                    </a:solidFill>
                  </a:tcPr>
                </a:tc>
                <a:extLst>
                  <a:ext uri="{0D108BD9-81ED-4DB2-BD59-A6C34878D82A}">
                    <a16:rowId xmlns:a16="http://schemas.microsoft.com/office/drawing/2014/main" val="10003"/>
                  </a:ext>
                </a:extLst>
              </a:tr>
              <a:tr h="265000">
                <a:tc>
                  <a:txBody>
                    <a:bodyPr/>
                    <a:lstStyle/>
                    <a:p>
                      <a:pPr algn="r" rtl="1"/>
                      <a:r>
                        <a:rPr sz="1200" b="0" dirty="0">
                          <a:solidFill>
                            <a:srgbClr val="1C2B4A"/>
                          </a:solidFill>
                          <a:latin typeface="Sakkal Majalla"/>
                          <a:cs typeface="Sakkal Majalla"/>
                        </a:rPr>
                        <a:t>تنظيم إدارة البيانات والمعلومات والوثائق المعمارية بما يضمن الدقة والحداثة والإتاحة والتتبع</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الهدف / الغرض</a:t>
                      </a:r>
                    </a:p>
                  </a:txBody>
                  <a:tcPr marL="91416" marR="91416" marT="45708" marB="45708">
                    <a:solidFill>
                      <a:schemeClr val="accent1"/>
                    </a:solidFill>
                  </a:tcPr>
                </a:tc>
                <a:extLst>
                  <a:ext uri="{0D108BD9-81ED-4DB2-BD59-A6C34878D82A}">
                    <a16:rowId xmlns:a16="http://schemas.microsoft.com/office/drawing/2014/main" val="10004"/>
                  </a:ext>
                </a:extLst>
              </a:tr>
              <a:tr h="255000">
                <a:tc>
                  <a:txBody>
                    <a:bodyPr/>
                    <a:lstStyle/>
                    <a:p>
                      <a:pPr algn="r" rtl="1"/>
                      <a:r>
                        <a:rPr sz="1200" b="0" dirty="0">
                          <a:solidFill>
                            <a:srgbClr val="1C2B4A"/>
                          </a:solidFill>
                          <a:latin typeface="Sakkal Majalla"/>
                          <a:cs typeface="Sakkal Majalla"/>
                        </a:rPr>
                        <a:t>التوثيق المعماري، المستودع والأداة المعمارية، المخرجات والإصدارات المعتمدة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نطاق التطبيق</a:t>
                      </a:r>
                    </a:p>
                  </a:txBody>
                  <a:tcPr marL="91416" marR="91416" marT="45708" marB="45708">
                    <a:solidFill>
                      <a:schemeClr val="accent1"/>
                    </a:solidFill>
                  </a:tcPr>
                </a:tc>
                <a:extLst>
                  <a:ext uri="{0D108BD9-81ED-4DB2-BD59-A6C34878D82A}">
                    <a16:rowId xmlns:a16="http://schemas.microsoft.com/office/drawing/2014/main" val="10005"/>
                  </a:ext>
                </a:extLst>
              </a:tr>
              <a:tr h="255000">
                <a:tc>
                  <a:txBody>
                    <a:bodyPr/>
                    <a:lstStyle/>
                    <a:p>
                      <a:pPr algn="r" rtl="1"/>
                      <a:r>
                        <a:rPr sz="1200" b="0" dirty="0">
                          <a:solidFill>
                            <a:srgbClr val="1C2B4A"/>
                          </a:solidFill>
                          <a:latin typeface="Sakkal Majalla"/>
                          <a:cs typeface="Sakkal Majalla"/>
                        </a:rPr>
                        <a:t>فريق مكتب البنية المؤسسية، إدارة تقنية المعلومات، إدارة البيانات، مدراء الأمن السيبراني</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المستهدفون</a:t>
                      </a:r>
                    </a:p>
                  </a:txBody>
                  <a:tcPr marL="91416" marR="91416" marT="45708" marB="45708">
                    <a:solidFill>
                      <a:schemeClr val="accent1"/>
                    </a:solidFill>
                  </a:tcPr>
                </a:tc>
                <a:extLst>
                  <a:ext uri="{0D108BD9-81ED-4DB2-BD59-A6C34878D82A}">
                    <a16:rowId xmlns:a16="http://schemas.microsoft.com/office/drawing/2014/main" val="10006"/>
                  </a:ext>
                </a:extLst>
              </a:tr>
              <a:tr h="665000">
                <a:tc>
                  <a:txBody>
                    <a:bodyPr/>
                    <a:lstStyle/>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حفظ جميع الوثائق والمعلومات والمخرجات المعمارية في المستودع الموحد المعتمد وإدارة إصداراتها وفق آلية محددة.</a:t>
                      </a:r>
                    </a:p>
                    <a:p>
                      <a:pPr algn="r" rtl="1">
                        <a:lnSpc>
                          <a:spcPts val="1300"/>
                        </a:lnSpc>
                      </a:pPr>
                      <a:r>
                        <a:rPr sz="1200" b="1" dirty="0">
                          <a:solidFill>
                            <a:srgbClr val="2C1F6B"/>
                          </a:solidFill>
                          <a:latin typeface="Sakkal Majalla"/>
                          <a:cs typeface="Sakkal Majalla"/>
                        </a:rPr>
                        <a:t>لا يجوز </a:t>
                      </a:r>
                      <a:r>
                        <a:rPr sz="1200" b="0" dirty="0">
                          <a:solidFill>
                            <a:srgbClr val="1C2B4A"/>
                          </a:solidFill>
                          <a:latin typeface="Sakkal Majalla"/>
                          <a:cs typeface="Sakkal Majalla"/>
                        </a:rPr>
                        <a:t>تعديل أو حذف وثيقة معمارية معتمدة دون المرور بعملية التغيير الرسمية وتوثيق الأثر المترتب.</a:t>
                      </a: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تطبيق ضوابط الصلاحيات على المستودع المعماري بحيث لا يتمكن من التعديل إلا المخوَّلون رسمياً.</a:t>
                      </a:r>
                    </a:p>
                    <a:p>
                      <a:pPr algn="r" rtl="1">
                        <a:lnSpc>
                          <a:spcPts val="1300"/>
                        </a:lnSpc>
                      </a:pPr>
                      <a:r>
                        <a:rPr sz="1200" b="1" dirty="0">
                          <a:solidFill>
                            <a:srgbClr val="2C1F6B"/>
                          </a:solidFill>
                          <a:latin typeface="Sakkal Majalla"/>
                          <a:cs typeface="Sakkal Majalla"/>
                        </a:rPr>
                        <a:t>ينبغي </a:t>
                      </a:r>
                      <a:r>
                        <a:rPr sz="1200" b="0" dirty="0">
                          <a:solidFill>
                            <a:srgbClr val="1C2B4A"/>
                          </a:solidFill>
                          <a:latin typeface="Sakkal Majalla"/>
                          <a:cs typeface="Sakkal Majalla"/>
                        </a:rPr>
                        <a:t>إجراء تدقيق دوري على سلامة ودقة وحداثة البيانات في المستودع بحد أدنى مرة كل ستة أشهر.</a:t>
                      </a:r>
                    </a:p>
                    <a:p>
                      <a:pPr algn="r" rtl="1">
                        <a:lnSpc>
                          <a:spcPts val="1300"/>
                        </a:lnSpc>
                      </a:pPr>
                      <a:r>
                        <a:rPr sz="1200" b="1" dirty="0">
                          <a:solidFill>
                            <a:srgbClr val="2C1F6B"/>
                          </a:solidFill>
                          <a:latin typeface="Sakkal Majalla"/>
                          <a:cs typeface="Sakkal Majalla"/>
                        </a:rPr>
                        <a:t>يجب </a:t>
                      </a:r>
                      <a:r>
                        <a:rPr sz="1200" b="0" dirty="0">
                          <a:solidFill>
                            <a:srgbClr val="1C2B4A"/>
                          </a:solidFill>
                          <a:latin typeface="Sakkal Majalla"/>
                          <a:cs typeface="Sakkal Majalla"/>
                        </a:rPr>
                        <a:t>إتاحة الوثائق المعمارية للجهات المعنية وفق مستويات الصلاحية المحددة مع توثيق عمليات الاطلاع.</a:t>
                      </a:r>
                    </a:p>
                  </a:txBody>
                  <a:tcPr marL="91416" marR="91416" marT="50000" marB="50000">
                    <a:solidFill>
                      <a:srgbClr val="EDE9F8"/>
                    </a:solidFill>
                  </a:tcPr>
                </a:tc>
                <a:tc>
                  <a:txBody>
                    <a:bodyPr/>
                    <a:lstStyle/>
                    <a:p>
                      <a:pPr algn="ctr" rtl="1"/>
                      <a:r>
                        <a:rPr lang="ar-EG" sz="1200" b="1" dirty="0">
                          <a:solidFill>
                            <a:srgbClr val="FFFFFF"/>
                          </a:solidFill>
                          <a:latin typeface="Sakkal Majalla"/>
                          <a:cs typeface="Sakkal Majalla"/>
                        </a:rPr>
                        <a:t>نص السياسة</a:t>
                      </a:r>
                      <a:endParaRPr sz="1200" b="1" dirty="0">
                        <a:solidFill>
                          <a:srgbClr val="FFFFFF"/>
                        </a:solidFill>
                        <a:latin typeface="Sakkal Majalla"/>
                        <a:cs typeface="Sakkal Majalla"/>
                      </a:endParaRPr>
                    </a:p>
                  </a:txBody>
                  <a:tcPr marL="91416" marR="91416" marT="45708" marB="45708">
                    <a:solidFill>
                      <a:srgbClr val="2C1F6B"/>
                    </a:solidFill>
                  </a:tcPr>
                </a:tc>
                <a:extLst>
                  <a:ext uri="{0D108BD9-81ED-4DB2-BD59-A6C34878D82A}">
                    <a16:rowId xmlns:a16="http://schemas.microsoft.com/office/drawing/2014/main" val="10007"/>
                  </a:ext>
                </a:extLst>
              </a:tr>
              <a:tr h="260000">
                <a:tc>
                  <a:txBody>
                    <a:bodyPr/>
                    <a:lstStyle/>
                    <a:p>
                      <a:pPr algn="r" rtl="1"/>
                      <a:r>
                        <a:rPr sz="1200" b="0" dirty="0">
                          <a:solidFill>
                            <a:srgbClr val="1C2B4A"/>
                          </a:solidFill>
                          <a:latin typeface="Sakkal Majalla"/>
                          <a:cs typeface="Sakkal Majalla"/>
                        </a:rPr>
                        <a:t>نسبة اكتمال السجلات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حداثة التحديث ضمن الدورية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حفظ الإصدارات الكاملة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نسبة</a:t>
                      </a:r>
                      <a:r>
                        <a:rPr sz="1200" b="0" dirty="0">
                          <a:solidFill>
                            <a:srgbClr val="1C2B4A"/>
                          </a:solidFill>
                          <a:latin typeface="Sakkal Majalla"/>
                          <a:cs typeface="Sakkal Majalla"/>
                        </a:rPr>
                        <a:t> الامتثال لضبط الصلاحيات</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معايير القياس والامتثال</a:t>
                      </a:r>
                    </a:p>
                  </a:txBody>
                  <a:tcPr marL="91416" marR="91416" marT="45708" marB="45708">
                    <a:solidFill>
                      <a:schemeClr val="accent1"/>
                    </a:solidFill>
                  </a:tcPr>
                </a:tc>
                <a:extLst>
                  <a:ext uri="{0D108BD9-81ED-4DB2-BD59-A6C34878D82A}">
                    <a16:rowId xmlns:a16="http://schemas.microsoft.com/office/drawing/2014/main" val="10008"/>
                  </a:ext>
                </a:extLst>
              </a:tr>
              <a:tr h="255000">
                <a:tc>
                  <a:txBody>
                    <a:bodyPr/>
                    <a:lstStyle/>
                    <a:p>
                      <a:pPr algn="r" rtl="1"/>
                      <a:r>
                        <a:rPr sz="1200" b="0" dirty="0">
                          <a:solidFill>
                            <a:srgbClr val="1C2B4A"/>
                          </a:solidFill>
                          <a:latin typeface="Sakkal Majalla"/>
                          <a:cs typeface="Sakkal Majalla"/>
                        </a:rPr>
                        <a:t>EA-POLC-01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تطوير</a:t>
                      </a:r>
                      <a:r>
                        <a:rPr lang="ar-SA" sz="1200" b="0">
                          <a:solidFill>
                            <a:srgbClr val="1C2B4A"/>
                          </a:solidFill>
                          <a:latin typeface="Sakkal Majalla"/>
                          <a:cs typeface="Sakkal Majalla"/>
                        </a:rPr>
                        <a:t> </a:t>
                      </a:r>
                      <a:r>
                        <a:rPr sz="1200" b="0">
                          <a:solidFill>
                            <a:srgbClr val="1C2B4A"/>
                          </a:solidFill>
                          <a:latin typeface="Sakkal Majalla"/>
                          <a:cs typeface="Sakkal Majalla"/>
                        </a:rPr>
                        <a:t>البنية</a:t>
                      </a:r>
                      <a:r>
                        <a:rPr sz="1200" b="0" dirty="0">
                          <a:solidFill>
                            <a:srgbClr val="1C2B4A"/>
                          </a:solidFill>
                          <a:latin typeface="Sakkal Majalla"/>
                          <a:cs typeface="Sakkal Majalla"/>
                        </a:rPr>
                        <a:t> </a:t>
                      </a:r>
                      <a:r>
                        <a:rPr sz="1200" b="0" dirty="0" err="1">
                          <a:solidFill>
                            <a:srgbClr val="1C2B4A"/>
                          </a:solidFill>
                          <a:latin typeface="Sakkal Majalla"/>
                          <a:cs typeface="Sakkal Majalla"/>
                        </a:rPr>
                        <a:t>المؤسسية</a:t>
                      </a:r>
                      <a:r>
                        <a:rPr lang="ar-SA" sz="1200" b="0" dirty="0">
                          <a:solidFill>
                            <a:srgbClr val="1C2B4A"/>
                          </a:solidFill>
                          <a:latin typeface="Sakkal Majalla"/>
                          <a:cs typeface="Sakkal Majalla"/>
                        </a:rPr>
                        <a:t> |</a:t>
                      </a:r>
                      <a:r>
                        <a:rPr sz="1200" b="0" dirty="0">
                          <a:solidFill>
                            <a:srgbClr val="1C2B4A"/>
                          </a:solidFill>
                          <a:latin typeface="Sakkal Majalla"/>
                          <a:cs typeface="Sakkal Majalla"/>
                        </a:rPr>
                        <a:t> EA-POLC-03 </a:t>
                      </a:r>
                      <a:r>
                        <a:rPr sz="1200" b="0" dirty="0" err="1">
                          <a:solidFill>
                            <a:srgbClr val="1C2B4A"/>
                          </a:solidFill>
                          <a:latin typeface="Sakkal Majalla"/>
                          <a:cs typeface="Sakkal Majalla"/>
                        </a:rPr>
                        <a:t>إدارة</a:t>
                      </a:r>
                      <a:r>
                        <a:rPr sz="1200" b="0" dirty="0">
                          <a:solidFill>
                            <a:srgbClr val="1C2B4A"/>
                          </a:solidFill>
                          <a:latin typeface="Sakkal Majalla"/>
                          <a:cs typeface="Sakkal Majalla"/>
                        </a:rPr>
                        <a:t> </a:t>
                      </a:r>
                      <a:r>
                        <a:rPr sz="1200" b="0" dirty="0" err="1">
                          <a:solidFill>
                            <a:srgbClr val="1C2B4A"/>
                          </a:solidFill>
                          <a:latin typeface="Sakkal Majalla"/>
                          <a:cs typeface="Sakkal Majalla"/>
                        </a:rPr>
                        <a:t>التغيير</a:t>
                      </a:r>
                      <a:r>
                        <a:rPr lang="ar-SA" sz="1200" b="0" dirty="0">
                          <a:solidFill>
                            <a:srgbClr val="1C2B4A"/>
                          </a:solidFill>
                          <a:latin typeface="Sakkal Majalla"/>
                          <a:cs typeface="Sakkal Majalla"/>
                        </a:rPr>
                        <a:t> |</a:t>
                      </a:r>
                      <a:r>
                        <a:rPr sz="1200" b="0" dirty="0">
                          <a:solidFill>
                            <a:srgbClr val="1C2B4A"/>
                          </a:solidFill>
                          <a:latin typeface="Sakkal Majalla"/>
                          <a:cs typeface="Sakkal Majalla"/>
                        </a:rPr>
                        <a:t> EA-POLC-09 إدارة المخاطر</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السياسات المرتبطة بها</a:t>
                      </a:r>
                    </a:p>
                  </a:txBody>
                  <a:tcPr marL="91416" marR="91416" marT="45708" marB="45708">
                    <a:solidFill>
                      <a:schemeClr val="accent1"/>
                    </a:solidFill>
                  </a:tcPr>
                </a:tc>
                <a:extLst>
                  <a:ext uri="{0D108BD9-81ED-4DB2-BD59-A6C34878D82A}">
                    <a16:rowId xmlns:a16="http://schemas.microsoft.com/office/drawing/2014/main" val="10009"/>
                  </a:ext>
                </a:extLst>
              </a:tr>
              <a:tr h="225000">
                <a:tc>
                  <a:txBody>
                    <a:bodyPr/>
                    <a:lstStyle/>
                    <a:p>
                      <a:pPr algn="r" rtl="1"/>
                      <a:r>
                        <a:rPr sz="1200" b="0" dirty="0">
                          <a:solidFill>
                            <a:srgbClr val="1C2B4A"/>
                          </a:solidFill>
                          <a:latin typeface="Sakkal Majalla"/>
                          <a:cs typeface="Sakkal Majalla"/>
                        </a:rPr>
                        <a:t>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المالك</a:t>
                      </a:r>
                    </a:p>
                  </a:txBody>
                  <a:tcPr marL="91416" marR="91416" marT="45708" marB="45708">
                    <a:solidFill>
                      <a:schemeClr val="accent1"/>
                    </a:solidFill>
                  </a:tcPr>
                </a:tc>
                <a:extLst>
                  <a:ext uri="{0D108BD9-81ED-4DB2-BD59-A6C34878D82A}">
                    <a16:rowId xmlns:a16="http://schemas.microsoft.com/office/drawing/2014/main" val="10010"/>
                  </a:ext>
                </a:extLst>
              </a:tr>
              <a:tr h="255000">
                <a:tc>
                  <a:txBody>
                    <a:bodyPr/>
                    <a:lstStyle/>
                    <a:p>
                      <a:pPr algn="r" rtl="1"/>
                      <a:r>
                        <a:rPr sz="1200" b="0" dirty="0">
                          <a:solidFill>
                            <a:srgbClr val="1C2B4A"/>
                          </a:solidFill>
                          <a:latin typeface="Sakkal Majalla"/>
                          <a:cs typeface="Sakkal Majalla"/>
                        </a:rPr>
                        <a:t>وفق اعتماد حوكمة البنية تليها آلية اعتماد السياسات في الهيئة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الجهة المعتمدة</a:t>
                      </a:r>
                    </a:p>
                  </a:txBody>
                  <a:tcPr marL="91416" marR="91416" marT="45708" marB="45708">
                    <a:solidFill>
                      <a:schemeClr val="accent1"/>
                    </a:solidFill>
                  </a:tcPr>
                </a:tc>
                <a:extLst>
                  <a:ext uri="{0D108BD9-81ED-4DB2-BD59-A6C34878D82A}">
                    <a16:rowId xmlns:a16="http://schemas.microsoft.com/office/drawing/2014/main" val="10011"/>
                  </a:ext>
                </a:extLst>
              </a:tr>
              <a:tr h="255000">
                <a:tc>
                  <a:txBody>
                    <a:bodyPr/>
                    <a:lstStyle/>
                    <a:p>
                      <a:pPr algn="r" rtl="0"/>
                      <a:r>
                        <a:rPr sz="1200" b="0" dirty="0">
                          <a:solidFill>
                            <a:srgbClr val="1C2B4A"/>
                          </a:solidFill>
                          <a:latin typeface="Sakkal Majalla"/>
                          <a:cs typeface="Sakkal Majalla"/>
                        </a:rPr>
                        <a:t>ISO/IEC 27001 -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سياسة</a:t>
                      </a:r>
                      <a:r>
                        <a:rPr sz="1200" b="0" dirty="0">
                          <a:solidFill>
                            <a:srgbClr val="1C2B4A"/>
                          </a:solidFill>
                          <a:latin typeface="Sakkal Majalla"/>
                          <a:cs typeface="Sakkal Majalla"/>
                        </a:rPr>
                        <a:t> تصنيف المعلومات | لوائح البيانات الحكومية</a:t>
                      </a:r>
                    </a:p>
                  </a:txBody>
                  <a:tcPr marL="91416" marR="91416" marT="45708" marB="45708">
                    <a:solidFill>
                      <a:srgbClr val="FFFFFF"/>
                    </a:solidFill>
                  </a:tcPr>
                </a:tc>
                <a:tc>
                  <a:txBody>
                    <a:bodyPr/>
                    <a:lstStyle/>
                    <a:p>
                      <a:pPr algn="ctr" rtl="1"/>
                      <a:r>
                        <a:rPr lang="ar-EG" sz="1200" b="1" dirty="0">
                          <a:solidFill>
                            <a:srgbClr val="FFFFFF"/>
                          </a:solidFill>
                          <a:latin typeface="Sakkal Majalla"/>
                          <a:cs typeface="Sakkal Majalla"/>
                        </a:rPr>
                        <a:t>المرجعية</a:t>
                      </a:r>
                      <a:endParaRPr sz="1200" b="1" dirty="0">
                        <a:solidFill>
                          <a:srgbClr val="FFFFFF"/>
                        </a:solidFill>
                        <a:latin typeface="Sakkal Majalla"/>
                        <a:cs typeface="Sakkal Majalla"/>
                      </a:endParaRPr>
                    </a:p>
                  </a:txBody>
                  <a:tcPr marL="91416" marR="91416" marT="45708" marB="45708">
                    <a:solidFill>
                      <a:schemeClr val="accent1"/>
                    </a:solidFill>
                  </a:tcPr>
                </a:tc>
                <a:extLst>
                  <a:ext uri="{0D108BD9-81ED-4DB2-BD59-A6C34878D82A}">
                    <a16:rowId xmlns:a16="http://schemas.microsoft.com/office/drawing/2014/main" val="10012"/>
                  </a:ext>
                </a:extLst>
              </a:tr>
              <a:tr h="255000">
                <a:tc>
                  <a:txBody>
                    <a:bodyPr/>
                    <a:lstStyle/>
                    <a:p>
                      <a:pPr algn="r" rtl="1"/>
                      <a:r>
                        <a:rPr sz="1200" b="0" dirty="0">
                          <a:solidFill>
                            <a:srgbClr val="1C2B4A"/>
                          </a:solidFill>
                          <a:latin typeface="Sakkal Majalla"/>
                          <a:cs typeface="Sakkal Majalla"/>
                        </a:rPr>
                        <a:t>وفق ما تقرره الحوكمة المعتمدة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الاستثناءات / الإعفاء</a:t>
                      </a:r>
                    </a:p>
                  </a:txBody>
                  <a:tcPr marL="91416" marR="91416" marT="45708" marB="45708">
                    <a:solidFill>
                      <a:schemeClr val="accent1"/>
                    </a:solidFill>
                  </a:tcPr>
                </a:tc>
                <a:extLst>
                  <a:ext uri="{0D108BD9-81ED-4DB2-BD59-A6C34878D82A}">
                    <a16:rowId xmlns:a16="http://schemas.microsoft.com/office/drawing/2014/main" val="10013"/>
                  </a:ext>
                </a:extLst>
              </a:tr>
              <a:tr h="265000">
                <a:tc>
                  <a:txBody>
                    <a:bodyPr/>
                    <a:lstStyle/>
                    <a:p>
                      <a:pPr algn="r" rtl="1"/>
                      <a:r>
                        <a:rPr sz="1200" b="0" dirty="0">
                          <a:solidFill>
                            <a:srgbClr val="1C2B4A"/>
                          </a:solidFill>
                          <a:latin typeface="Sakkal Majalla"/>
                          <a:cs typeface="Sakkal Majalla"/>
                        </a:rPr>
                        <a:t>الوثائق خارج المستودع تُعدّ غير معتمدة رسمياً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انتهاكات</a:t>
                      </a:r>
                      <a:r>
                        <a:rPr sz="1200" b="0" dirty="0">
                          <a:solidFill>
                            <a:srgbClr val="1C2B4A"/>
                          </a:solidFill>
                          <a:latin typeface="Sakkal Majalla"/>
                          <a:cs typeface="Sakkal Majalla"/>
                        </a:rPr>
                        <a:t> الصلاحيات تُعالَج كحوادث أمن معلومات | </a:t>
                      </a:r>
                      <a:r>
                        <a:rPr lang="ar-SA" sz="1200" b="0" dirty="0">
                          <a:solidFill>
                            <a:srgbClr val="1C2B4A"/>
                          </a:solidFill>
                          <a:latin typeface="Sakkal Majalla"/>
                          <a:cs typeface="Sakkal Majalla"/>
                        </a:rPr>
                        <a:t> </a:t>
                      </a:r>
                      <a:r>
                        <a:rPr sz="1200" b="0" dirty="0" err="1">
                          <a:solidFill>
                            <a:srgbClr val="1C2B4A"/>
                          </a:solidFill>
                          <a:latin typeface="Sakkal Majalla"/>
                          <a:cs typeface="Sakkal Majalla"/>
                        </a:rPr>
                        <a:t>توثَّق</a:t>
                      </a:r>
                      <a:r>
                        <a:rPr sz="1200" b="0" dirty="0">
                          <a:solidFill>
                            <a:srgbClr val="1C2B4A"/>
                          </a:solidFill>
                          <a:latin typeface="Sakkal Majalla"/>
                          <a:cs typeface="Sakkal Majalla"/>
                        </a:rPr>
                        <a:t> </a:t>
                      </a:r>
                      <a:r>
                        <a:rPr sz="1200" b="0" dirty="0" err="1">
                          <a:solidFill>
                            <a:srgbClr val="1C2B4A"/>
                          </a:solidFill>
                          <a:latin typeface="Sakkal Majalla"/>
                          <a:cs typeface="Sakkal Majalla"/>
                        </a:rPr>
                        <a:t>في</a:t>
                      </a:r>
                      <a:r>
                        <a:rPr sz="1200" b="0" dirty="0">
                          <a:solidFill>
                            <a:srgbClr val="1C2B4A"/>
                          </a:solidFill>
                          <a:latin typeface="Sakkal Majalla"/>
                          <a:cs typeface="Sakkal Majalla"/>
                        </a:rPr>
                        <a:t> </a:t>
                      </a:r>
                      <a:r>
                        <a:rPr lang="ar-EG" sz="1200" b="0" dirty="0">
                          <a:solidFill>
                            <a:srgbClr val="1C2B4A"/>
                          </a:solidFill>
                          <a:latin typeface="Sakkal Majalla"/>
                          <a:cs typeface="Sakkal Majalla"/>
                        </a:rPr>
                        <a:t>ال</a:t>
                      </a:r>
                      <a:r>
                        <a:rPr sz="1200" b="0" dirty="0" err="1">
                          <a:solidFill>
                            <a:srgbClr val="1C2B4A"/>
                          </a:solidFill>
                          <a:latin typeface="Sakkal Majalla"/>
                          <a:cs typeface="Sakkal Majalla"/>
                        </a:rPr>
                        <a:t>تقرير</a:t>
                      </a:r>
                      <a:r>
                        <a:rPr sz="1200" b="0" dirty="0">
                          <a:solidFill>
                            <a:srgbClr val="1C2B4A"/>
                          </a:solidFill>
                          <a:latin typeface="Sakkal Majalla"/>
                          <a:cs typeface="Sakkal Majalla"/>
                        </a:rPr>
                        <a:t> </a:t>
                      </a:r>
                      <a:r>
                        <a:rPr sz="1200" b="0" dirty="0" err="1">
                          <a:solidFill>
                            <a:srgbClr val="1C2B4A"/>
                          </a:solidFill>
                          <a:latin typeface="Sakkal Majalla"/>
                          <a:cs typeface="Sakkal Majalla"/>
                        </a:rPr>
                        <a:t>الدوري</a:t>
                      </a:r>
                      <a:endParaRPr sz="1200" b="0" dirty="0">
                        <a:solidFill>
                          <a:srgbClr val="1C2B4A"/>
                        </a:solidFill>
                        <a:latin typeface="Sakkal Majalla"/>
                        <a:cs typeface="Sakkal Majalla"/>
                      </a:endParaRP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تبعات عدم الامتثال</a:t>
                      </a:r>
                    </a:p>
                  </a:txBody>
                  <a:tcPr marL="91416" marR="91416" marT="45708" marB="45708">
                    <a:solidFill>
                      <a:schemeClr val="accent1"/>
                    </a:solidFill>
                  </a:tcPr>
                </a:tc>
                <a:extLst>
                  <a:ext uri="{0D108BD9-81ED-4DB2-BD59-A6C34878D82A}">
                    <a16:rowId xmlns:a16="http://schemas.microsoft.com/office/drawing/2014/main" val="10014"/>
                  </a:ext>
                </a:extLst>
              </a:tr>
              <a:tr h="255000">
                <a:tc>
                  <a:txBody>
                    <a:bodyPr/>
                    <a:lstStyle/>
                    <a:p>
                      <a:pPr algn="r" rtl="1"/>
                      <a:r>
                        <a:rPr sz="1200" b="0" dirty="0">
                          <a:solidFill>
                            <a:srgbClr val="1C2B4A"/>
                          </a:solidFill>
                          <a:latin typeface="Sakkal Majalla"/>
                          <a:cs typeface="Sakkal Majalla"/>
                        </a:rPr>
                        <a:t>الدورية: دورية حسب نوع المعلومة والمخرج | المسؤول: مدير مكتب البنية المؤسسية</a:t>
                      </a:r>
                    </a:p>
                  </a:txBody>
                  <a:tcPr marL="91416" marR="91416" marT="45708" marB="45708">
                    <a:solidFill>
                      <a:srgbClr val="FFFFFF"/>
                    </a:solidFill>
                  </a:tcPr>
                </a:tc>
                <a:tc>
                  <a:txBody>
                    <a:bodyPr/>
                    <a:lstStyle/>
                    <a:p>
                      <a:pPr algn="ctr" rtl="1"/>
                      <a:r>
                        <a:rPr sz="1200" b="1" dirty="0">
                          <a:solidFill>
                            <a:srgbClr val="FFFFFF"/>
                          </a:solidFill>
                          <a:latin typeface="Sakkal Majalla"/>
                          <a:cs typeface="Sakkal Majalla"/>
                        </a:rPr>
                        <a:t>آلية المراجعة والتحديث</a:t>
                      </a:r>
                    </a:p>
                  </a:txBody>
                  <a:tcPr marL="91416" marR="91416" marT="45708" marB="45708">
                    <a:solidFill>
                      <a:schemeClr val="accent1"/>
                    </a:solidFill>
                  </a:tcPr>
                </a:tc>
                <a:extLst>
                  <a:ext uri="{0D108BD9-81ED-4DB2-BD59-A6C34878D82A}">
                    <a16:rowId xmlns:a16="http://schemas.microsoft.com/office/drawing/2014/main" val="10015"/>
                  </a:ext>
                </a:extLst>
              </a:tr>
              <a:tr h="290000">
                <a:tc>
                  <a:txBody>
                    <a:bodyPr/>
                    <a:lstStyle/>
                    <a:p>
                      <a:pPr algn="r" rtl="1"/>
                      <a:r>
                        <a:rPr sz="1100" b="0" dirty="0">
                          <a:solidFill>
                            <a:srgbClr val="1C2B4A"/>
                          </a:solidFill>
                          <a:latin typeface="Sakkal Majalla"/>
                          <a:cs typeface="Sakkal Majalla"/>
                        </a:rPr>
                        <a:t>توثيق الوضع الحالي للبنية المؤسسية | توثيق مكونات البنية المؤسسية في الوضع الحالي | إدارة أداة البنية المؤسسية | تحديث البنية المؤسسية</a:t>
                      </a:r>
                    </a:p>
                  </a:txBody>
                  <a:tcPr marL="91416" marR="91416" marT="45708" marB="45708">
                    <a:solidFill>
                      <a:srgbClr val="EEF2FF"/>
                    </a:solidFill>
                  </a:tcPr>
                </a:tc>
                <a:tc>
                  <a:txBody>
                    <a:bodyPr/>
                    <a:lstStyle/>
                    <a:p>
                      <a:pPr algn="ctr" rtl="1"/>
                      <a:r>
                        <a:rPr sz="1200" b="1" dirty="0">
                          <a:solidFill>
                            <a:srgbClr val="FFFFFF"/>
                          </a:solidFill>
                          <a:latin typeface="Sakkal Majalla"/>
                          <a:cs typeface="Sakkal Majalla"/>
                        </a:rPr>
                        <a:t>الإجراءات المرتبطة</a:t>
                      </a:r>
                    </a:p>
                  </a:txBody>
                  <a:tcPr marL="91416" marR="91416" marT="45708" marB="45708">
                    <a:solidFill>
                      <a:srgbClr val="1E40AF"/>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2806689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FCA83-A901-33D7-A649-CB0DF3E006B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6138113-6538-618D-5ED5-193C731575AD}"/>
              </a:ext>
            </a:extLst>
          </p:cNvPr>
          <p:cNvSpPr>
            <a:spLocks noGrp="1"/>
          </p:cNvSpPr>
          <p:nvPr>
            <p:ph type="title"/>
          </p:nvPr>
        </p:nvSpPr>
        <p:spPr>
          <a:xfrm>
            <a:off x="4890977" y="3925452"/>
            <a:ext cx="6653323" cy="641639"/>
          </a:xfrm>
        </p:spPr>
        <p:txBody>
          <a:bodyPr/>
          <a:lstStyle/>
          <a:p>
            <a:r>
              <a:rPr lang="ar-EG" dirty="0"/>
              <a:t>ربط السياسات بالإجراءات</a:t>
            </a:r>
            <a:endParaRPr lang="en-US" dirty="0"/>
          </a:p>
        </p:txBody>
      </p:sp>
      <p:sp>
        <p:nvSpPr>
          <p:cNvPr id="4" name="Text Placeholder 3">
            <a:extLst>
              <a:ext uri="{FF2B5EF4-FFF2-40B4-BE49-F238E27FC236}">
                <a16:creationId xmlns:a16="http://schemas.microsoft.com/office/drawing/2014/main" id="{35E7D0D6-7B49-E147-2842-D244DA26113A}"/>
              </a:ext>
            </a:extLst>
          </p:cNvPr>
          <p:cNvSpPr>
            <a:spLocks noGrp="1"/>
          </p:cNvSpPr>
          <p:nvPr>
            <p:ph type="body" sz="quarter" idx="14"/>
          </p:nvPr>
        </p:nvSpPr>
        <p:spPr/>
        <p:txBody>
          <a:bodyPr/>
          <a:lstStyle/>
          <a:p>
            <a:r>
              <a:rPr lang="en-US" dirty="0"/>
              <a:t>03</a:t>
            </a:r>
          </a:p>
        </p:txBody>
      </p:sp>
    </p:spTree>
    <p:extLst>
      <p:ext uri="{BB962C8B-B14F-4D97-AF65-F5344CB8AC3E}">
        <p14:creationId xmlns:p14="http://schemas.microsoft.com/office/powerpoint/2010/main" val="2491754454"/>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951CD-A8BC-CAE8-1391-919571D3ABDF}"/>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7610A7C7-6B60-860B-75D1-8795144BA7B1}"/>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22</a:t>
            </a:fld>
            <a:endParaRPr lang="en-US" sz="1400" b="1" dirty="0">
              <a:solidFill>
                <a:schemeClr val="accent1"/>
              </a:solidFill>
            </a:endParaRPr>
          </a:p>
        </p:txBody>
      </p:sp>
      <p:sp>
        <p:nvSpPr>
          <p:cNvPr id="2" name="Title 1">
            <a:extLst>
              <a:ext uri="{FF2B5EF4-FFF2-40B4-BE49-F238E27FC236}">
                <a16:creationId xmlns:a16="http://schemas.microsoft.com/office/drawing/2014/main" id="{2404388D-BB66-D8DC-BD24-FFC3C38EE7BC}"/>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نظرة عامة على الإجراءات</a:t>
            </a:r>
            <a:endParaRPr lang="en-US" dirty="0"/>
          </a:p>
        </p:txBody>
      </p:sp>
      <p:graphicFrame>
        <p:nvGraphicFramePr>
          <p:cNvPr id="5" name="Table 4">
            <a:extLst>
              <a:ext uri="{FF2B5EF4-FFF2-40B4-BE49-F238E27FC236}">
                <a16:creationId xmlns:a16="http://schemas.microsoft.com/office/drawing/2014/main" id="{8B9BCF8E-FF4F-FBF9-4585-99CF06CC1700}"/>
              </a:ext>
            </a:extLst>
          </p:cNvPr>
          <p:cNvGraphicFramePr>
            <a:graphicFrameLocks noGrp="1"/>
          </p:cNvGraphicFramePr>
          <p:nvPr/>
        </p:nvGraphicFramePr>
        <p:xfrm>
          <a:off x="152398" y="932235"/>
          <a:ext cx="11887202" cy="5291473"/>
        </p:xfrm>
        <a:graphic>
          <a:graphicData uri="http://schemas.openxmlformats.org/drawingml/2006/table">
            <a:tbl>
              <a:tblPr rtl="1" firstRow="1" firstCol="1" bandRow="1">
                <a:tableStyleId>{5C22544A-7EE6-4342-B048-85BDC9FD1C3A}</a:tableStyleId>
              </a:tblPr>
              <a:tblGrid>
                <a:gridCol w="933498">
                  <a:extLst>
                    <a:ext uri="{9D8B030D-6E8A-4147-A177-3AD203B41FA5}">
                      <a16:colId xmlns:a16="http://schemas.microsoft.com/office/drawing/2014/main" val="2231544951"/>
                    </a:ext>
                  </a:extLst>
                </a:gridCol>
                <a:gridCol w="1369213">
                  <a:extLst>
                    <a:ext uri="{9D8B030D-6E8A-4147-A177-3AD203B41FA5}">
                      <a16:colId xmlns:a16="http://schemas.microsoft.com/office/drawing/2014/main" val="2486052335"/>
                    </a:ext>
                  </a:extLst>
                </a:gridCol>
                <a:gridCol w="1369213">
                  <a:extLst>
                    <a:ext uri="{9D8B030D-6E8A-4147-A177-3AD203B41FA5}">
                      <a16:colId xmlns:a16="http://schemas.microsoft.com/office/drawing/2014/main" val="1698459151"/>
                    </a:ext>
                  </a:extLst>
                </a:gridCol>
                <a:gridCol w="1369213">
                  <a:extLst>
                    <a:ext uri="{9D8B030D-6E8A-4147-A177-3AD203B41FA5}">
                      <a16:colId xmlns:a16="http://schemas.microsoft.com/office/drawing/2014/main" val="3272270123"/>
                    </a:ext>
                  </a:extLst>
                </a:gridCol>
                <a:gridCol w="1369213">
                  <a:extLst>
                    <a:ext uri="{9D8B030D-6E8A-4147-A177-3AD203B41FA5}">
                      <a16:colId xmlns:a16="http://schemas.microsoft.com/office/drawing/2014/main" val="15061853"/>
                    </a:ext>
                  </a:extLst>
                </a:gridCol>
                <a:gridCol w="1369213">
                  <a:extLst>
                    <a:ext uri="{9D8B030D-6E8A-4147-A177-3AD203B41FA5}">
                      <a16:colId xmlns:a16="http://schemas.microsoft.com/office/drawing/2014/main" val="448932461"/>
                    </a:ext>
                  </a:extLst>
                </a:gridCol>
                <a:gridCol w="1369213">
                  <a:extLst>
                    <a:ext uri="{9D8B030D-6E8A-4147-A177-3AD203B41FA5}">
                      <a16:colId xmlns:a16="http://schemas.microsoft.com/office/drawing/2014/main" val="2954440523"/>
                    </a:ext>
                  </a:extLst>
                </a:gridCol>
                <a:gridCol w="1369213">
                  <a:extLst>
                    <a:ext uri="{9D8B030D-6E8A-4147-A177-3AD203B41FA5}">
                      <a16:colId xmlns:a16="http://schemas.microsoft.com/office/drawing/2014/main" val="2697138253"/>
                    </a:ext>
                  </a:extLst>
                </a:gridCol>
                <a:gridCol w="1369213">
                  <a:extLst>
                    <a:ext uri="{9D8B030D-6E8A-4147-A177-3AD203B41FA5}">
                      <a16:colId xmlns:a16="http://schemas.microsoft.com/office/drawing/2014/main" val="1381162405"/>
                    </a:ext>
                  </a:extLst>
                </a:gridCol>
              </a:tblGrid>
              <a:tr h="337436">
                <a:tc gridSpan="9">
                  <a:txBody>
                    <a:bodyPr/>
                    <a:lstStyle/>
                    <a:p>
                      <a:pPr marL="0" marR="0" algn="ctr" rtl="1">
                        <a:lnSpc>
                          <a:spcPct val="107000"/>
                        </a:lnSpc>
                        <a:spcBef>
                          <a:spcPts val="0"/>
                        </a:spcBef>
                        <a:spcAft>
                          <a:spcPts val="0"/>
                        </a:spcAft>
                      </a:pPr>
                      <a:r>
                        <a:rPr lang="ar-SA" sz="1800" baseline="0" dirty="0">
                          <a:effectLst/>
                          <a:latin typeface="Sakkal Majalla" panose="02000000000000000000" pitchFamily="2" charset="-78"/>
                          <a:cs typeface="Sakkal Majalla" panose="02000000000000000000" pitchFamily="2" charset="-78"/>
                        </a:rPr>
                        <a:t>إجراءات عمل ممارسة البنية المؤسسية</a:t>
                      </a:r>
                      <a:endParaRPr lang="en-US" sz="1800"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accent1">
                        <a:lumMod val="75000"/>
                      </a:schemeClr>
                    </a:solidFill>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396255638"/>
                  </a:ext>
                </a:extLst>
              </a:tr>
              <a:tr h="400214">
                <a:tc>
                  <a:txBody>
                    <a:bodyPr/>
                    <a:lstStyle/>
                    <a:p>
                      <a:pPr marL="0" marR="0" algn="ctr" rtl="1">
                        <a:lnSpc>
                          <a:spcPct val="107000"/>
                        </a:lnSpc>
                        <a:spcBef>
                          <a:spcPts val="0"/>
                        </a:spcBef>
                        <a:spcAft>
                          <a:spcPts val="0"/>
                        </a:spcAft>
                      </a:pPr>
                      <a:r>
                        <a:rPr lang="ar-SA" sz="1600" baseline="0" dirty="0">
                          <a:effectLst/>
                          <a:latin typeface="Sakkal Majalla" panose="02000000000000000000" pitchFamily="2" charset="-78"/>
                          <a:cs typeface="Sakkal Majalla" panose="02000000000000000000" pitchFamily="2" charset="-78"/>
                        </a:rPr>
                        <a:t>نوع الإجراء</a:t>
                      </a:r>
                      <a:endParaRPr lang="en-US" sz="1600"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tc>
                <a:tc>
                  <a:txBody>
                    <a:bodyPr/>
                    <a:lstStyle/>
                    <a:p>
                      <a:pPr marL="0" marR="0" algn="ctr" rtl="1">
                        <a:lnSpc>
                          <a:spcPct val="107000"/>
                        </a:lnSpc>
                        <a:spcBef>
                          <a:spcPts val="0"/>
                        </a:spcBef>
                        <a:spcAft>
                          <a:spcPts val="0"/>
                        </a:spcAft>
                      </a:pPr>
                      <a:r>
                        <a:rPr lang="ar-SA" sz="1800" baseline="0" dirty="0">
                          <a:solidFill>
                            <a:schemeClr val="bg1"/>
                          </a:solidFill>
                          <a:effectLst/>
                          <a:latin typeface="Sakkal Majalla" panose="02000000000000000000" pitchFamily="2" charset="-78"/>
                          <a:cs typeface="Sakkal Majalla" panose="02000000000000000000" pitchFamily="2" charset="-78"/>
                        </a:rPr>
                        <a:t>بناء </a:t>
                      </a:r>
                      <a:r>
                        <a:rPr lang="ar-EG" sz="1800" baseline="0" dirty="0">
                          <a:solidFill>
                            <a:schemeClr val="bg1"/>
                          </a:solidFill>
                          <a:effectLst/>
                          <a:latin typeface="Sakkal Majalla" panose="02000000000000000000" pitchFamily="2" charset="-78"/>
                          <a:cs typeface="Sakkal Majalla" panose="02000000000000000000" pitchFamily="2" charset="-78"/>
                        </a:rPr>
                        <a:t>ال</a:t>
                      </a:r>
                      <a:r>
                        <a:rPr lang="ar-SA" sz="1800" baseline="0" dirty="0">
                          <a:solidFill>
                            <a:schemeClr val="bg1"/>
                          </a:solidFill>
                          <a:effectLst/>
                          <a:latin typeface="Sakkal Majalla" panose="02000000000000000000" pitchFamily="2" charset="-78"/>
                          <a:cs typeface="Sakkal Majalla" panose="02000000000000000000" pitchFamily="2" charset="-78"/>
                        </a:rPr>
                        <a:t>منهجية</a:t>
                      </a:r>
                      <a:endParaRPr lang="en-US" sz="18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2">
                        <a:lumMod val="50000"/>
                      </a:schemeClr>
                    </a:solidFill>
                  </a:tcPr>
                </a:tc>
                <a:tc gridSpan="2">
                  <a:txBody>
                    <a:bodyPr/>
                    <a:lstStyle/>
                    <a:p>
                      <a:pPr marL="0" marR="0" algn="ctr" rtl="1">
                        <a:lnSpc>
                          <a:spcPct val="107000"/>
                        </a:lnSpc>
                        <a:spcBef>
                          <a:spcPts val="0"/>
                        </a:spcBef>
                        <a:spcAft>
                          <a:spcPts val="0"/>
                        </a:spcAft>
                      </a:pPr>
                      <a:r>
                        <a:rPr lang="ar-SA" sz="1800" baseline="0" dirty="0">
                          <a:solidFill>
                            <a:schemeClr val="bg1"/>
                          </a:solidFill>
                          <a:effectLst/>
                          <a:latin typeface="Sakkal Majalla" panose="02000000000000000000" pitchFamily="2" charset="-78"/>
                          <a:cs typeface="Sakkal Majalla" panose="02000000000000000000" pitchFamily="2" charset="-78"/>
                        </a:rPr>
                        <a:t>توثيق وتصميم </a:t>
                      </a:r>
                      <a:r>
                        <a:rPr lang="ar-EG" sz="1800" baseline="0" dirty="0">
                          <a:solidFill>
                            <a:schemeClr val="bg1"/>
                          </a:solidFill>
                          <a:effectLst/>
                          <a:latin typeface="Sakkal Majalla" panose="02000000000000000000" pitchFamily="2" charset="-78"/>
                          <a:cs typeface="Sakkal Majalla" panose="02000000000000000000" pitchFamily="2" charset="-78"/>
                        </a:rPr>
                        <a:t>مكونات بنى المجالات</a:t>
                      </a:r>
                      <a:endParaRPr lang="en-US" sz="18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2">
                        <a:lumMod val="50000"/>
                      </a:schemeClr>
                    </a:solidFill>
                  </a:tcPr>
                </a:tc>
                <a:tc hMerge="1">
                  <a:txBody>
                    <a:bodyPr/>
                    <a:lstStyle/>
                    <a:p>
                      <a:pPr rtl="1"/>
                      <a:endParaRPr lang="ar-SA"/>
                    </a:p>
                  </a:txBody>
                  <a:tcPr/>
                </a:tc>
                <a:tc gridSpan="5">
                  <a:txBody>
                    <a:bodyPr/>
                    <a:lstStyle/>
                    <a:p>
                      <a:pPr marL="0" marR="0" algn="ctr" rtl="1">
                        <a:lnSpc>
                          <a:spcPct val="107000"/>
                        </a:lnSpc>
                        <a:spcBef>
                          <a:spcPts val="0"/>
                        </a:spcBef>
                        <a:spcAft>
                          <a:spcPts val="0"/>
                        </a:spcAft>
                      </a:pPr>
                      <a:r>
                        <a:rPr lang="ar-SA" sz="1800" baseline="0" dirty="0">
                          <a:solidFill>
                            <a:schemeClr val="bg1"/>
                          </a:solidFill>
                          <a:effectLst/>
                          <a:latin typeface="Sakkal Majalla" panose="02000000000000000000" pitchFamily="2" charset="-78"/>
                          <a:cs typeface="Sakkal Majalla" panose="02000000000000000000" pitchFamily="2" charset="-78"/>
                        </a:rPr>
                        <a:t>إدارة تنفيذ ومراقبة </a:t>
                      </a:r>
                      <a:r>
                        <a:rPr lang="ar-EG" sz="1800" baseline="0" dirty="0">
                          <a:solidFill>
                            <a:schemeClr val="bg1"/>
                          </a:solidFill>
                          <a:effectLst/>
                          <a:latin typeface="Sakkal Majalla" panose="02000000000000000000" pitchFamily="2" charset="-78"/>
                          <a:cs typeface="Sakkal Majalla" panose="02000000000000000000" pitchFamily="2" charset="-78"/>
                        </a:rPr>
                        <a:t>ال</a:t>
                      </a:r>
                      <a:r>
                        <a:rPr lang="ar-SA" sz="1800" baseline="0" dirty="0">
                          <a:solidFill>
                            <a:schemeClr val="bg1"/>
                          </a:solidFill>
                          <a:effectLst/>
                          <a:latin typeface="Sakkal Majalla" panose="02000000000000000000" pitchFamily="2" charset="-78"/>
                          <a:cs typeface="Sakkal Majalla" panose="02000000000000000000" pitchFamily="2" charset="-78"/>
                        </a:rPr>
                        <a:t>ممارسة</a:t>
                      </a:r>
                      <a:endParaRPr lang="en-US" sz="18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2">
                        <a:lumMod val="50000"/>
                      </a:schemeClr>
                    </a:solidFill>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925109448"/>
                  </a:ext>
                </a:extLst>
              </a:tr>
              <a:tr h="602764">
                <a:tc>
                  <a:txBody>
                    <a:bodyPr/>
                    <a:lstStyle/>
                    <a:p>
                      <a:pPr marL="0" marR="0" algn="ctr" rtl="1">
                        <a:lnSpc>
                          <a:spcPct val="107000"/>
                        </a:lnSpc>
                        <a:spcBef>
                          <a:spcPts val="0"/>
                        </a:spcBef>
                        <a:spcAft>
                          <a:spcPts val="0"/>
                        </a:spcAft>
                      </a:pPr>
                      <a:r>
                        <a:rPr lang="ar-SA" sz="1600" baseline="0" dirty="0">
                          <a:effectLst/>
                          <a:latin typeface="Sakkal Majalla" panose="02000000000000000000" pitchFamily="2" charset="-78"/>
                          <a:cs typeface="Sakkal Majalla" panose="02000000000000000000" pitchFamily="2" charset="-78"/>
                        </a:rPr>
                        <a:t>مجموعة الإجراء</a:t>
                      </a:r>
                      <a:endParaRPr lang="en-US" sz="1600"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 </a:t>
                      </a:r>
                      <a:r>
                        <a:rPr lang="ar-EG" sz="1600" baseline="0" dirty="0">
                          <a:solidFill>
                            <a:schemeClr val="bg1"/>
                          </a:solidFill>
                          <a:effectLst/>
                          <a:latin typeface="Sakkal Majalla" panose="02000000000000000000" pitchFamily="2" charset="-78"/>
                          <a:cs typeface="Sakkal Majalla" panose="02000000000000000000" pitchFamily="2" charset="-78"/>
                        </a:rPr>
                        <a:t>بناء</a:t>
                      </a:r>
                      <a:r>
                        <a:rPr lang="ar-SA" sz="1600" baseline="0" dirty="0">
                          <a:solidFill>
                            <a:schemeClr val="bg1"/>
                          </a:solidFill>
                          <a:effectLst/>
                          <a:latin typeface="Sakkal Majalla" panose="02000000000000000000" pitchFamily="2" charset="-78"/>
                          <a:cs typeface="Sakkal Majalla" panose="02000000000000000000" pitchFamily="2" charset="-78"/>
                        </a:rPr>
                        <a:t> مكونات البنية المؤسسية</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توثيق مكونات البنية المؤسسية في الوضع الحالي</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تصميم مكونات البنية المؤسسية في الوضع المستقبلي</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إدارة التخطيط لخارطة طريق التحول الرقمي</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إدارة الاستشارات والتقييمات الفنية</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إدارة تغيير البنية المؤسسية</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حوكمة البنية المؤسسية</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التوعية والتمكين</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extLst>
                  <a:ext uri="{0D108BD9-81ED-4DB2-BD59-A6C34878D82A}">
                    <a16:rowId xmlns:a16="http://schemas.microsoft.com/office/drawing/2014/main" val="1995330917"/>
                  </a:ext>
                </a:extLst>
              </a:tr>
              <a:tr h="612092">
                <a:tc rowSpan="7">
                  <a:txBody>
                    <a:bodyPr/>
                    <a:lstStyle/>
                    <a:p>
                      <a:pPr marL="0" marR="0" algn="ctr" rtl="1">
                        <a:lnSpc>
                          <a:spcPct val="107000"/>
                        </a:lnSpc>
                        <a:spcBef>
                          <a:spcPts val="0"/>
                        </a:spcBef>
                        <a:spcAft>
                          <a:spcPts val="0"/>
                        </a:spcAft>
                      </a:pPr>
                      <a:r>
                        <a:rPr lang="ar-SA" sz="1600" baseline="0" dirty="0">
                          <a:effectLst/>
                          <a:latin typeface="Sakkal Majalla" panose="02000000000000000000" pitchFamily="2" charset="-78"/>
                          <a:cs typeface="Sakkal Majalla" panose="02000000000000000000" pitchFamily="2" charset="-78"/>
                        </a:rPr>
                        <a:t>إجراءات العمل</a:t>
                      </a:r>
                      <a:endParaRPr lang="en-US" sz="1600"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تطوير استراتيجية البنية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algn="ctr" rtl="0">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توثيق الوضع الحالي للبنية المؤسسية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تصميم الوضع المستقبلي للبنية المؤسسية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algn="ctr" rtl="0"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تحديد الفجوات للبنية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algn="ctr" rtl="0">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تقييم عروض الموردين</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تحديث إطار عمل البنية المؤسسية </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algn="ctr" rtl="1">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 المشاركة في ورش عمل الابتكار والتصميم</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r>
                        <a:rPr lang="ar-SA" sz="1400" b="1" baseline="0" dirty="0">
                          <a:solidFill>
                            <a:schemeClr val="tx1"/>
                          </a:solidFill>
                          <a:effectLst/>
                          <a:latin typeface="Sakkal Majalla" panose="02000000000000000000" pitchFamily="2" charset="-78"/>
                          <a:cs typeface="Sakkal Majalla" panose="02000000000000000000" pitchFamily="2" charset="-78"/>
                          <a:hlinkClick r:id="" action="ppaction://noaction"/>
                        </a:rPr>
                        <a:t>تطوير وتحديث وتنفيذ خطة التوعية بممارسة البنية المؤسسية</a:t>
                      </a:r>
                      <a:endParaRPr lang="ar-SA" sz="1400" b="1" baseline="0" dirty="0">
                        <a:solidFill>
                          <a:schemeClr val="tx1"/>
                        </a:solidFill>
                        <a:effectLst/>
                        <a:latin typeface="Sakkal Majalla" panose="02000000000000000000" pitchFamily="2" charset="-78"/>
                        <a:cs typeface="Sakkal Majalla" panose="02000000000000000000" pitchFamily="2" charset="-78"/>
                      </a:endParaRPr>
                    </a:p>
                  </a:txBody>
                  <a:tcPr marL="50820" marR="50820" marT="0" marB="0" anchor="ctr">
                    <a:solidFill>
                      <a:srgbClr val="F2F2F2"/>
                    </a:solidFill>
                  </a:tcPr>
                </a:tc>
                <a:extLst>
                  <a:ext uri="{0D108BD9-81ED-4DB2-BD59-A6C34878D82A}">
                    <a16:rowId xmlns:a16="http://schemas.microsoft.com/office/drawing/2014/main" val="4165284533"/>
                  </a:ext>
                </a:extLst>
              </a:tr>
              <a:tr h="689258">
                <a:tc vMerge="1">
                  <a:txBody>
                    <a:bodyPr/>
                    <a:lstStyle/>
                    <a:p>
                      <a:pPr rtl="1"/>
                      <a:endParaRPr lang="ar-SA"/>
                    </a:p>
                  </a:txBody>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تطوير وتحديث النماذج المرجعية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تطوير خارطة طريق التحول الرقمي</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تلبية طلب استشارة</a:t>
                      </a:r>
                      <a:endParaRPr lang="ar-SA" sz="1400" b="1" baseline="0" dirty="0">
                        <a:effectLst/>
                        <a:latin typeface="Sakkal Majalla" panose="02000000000000000000" pitchFamily="2" charset="-78"/>
                        <a:cs typeface="Sakkal Majalla" panose="02000000000000000000" pitchFamily="2" charset="-78"/>
                      </a:endParaRPr>
                    </a:p>
                  </a:txBody>
                  <a:tcPr marL="50820" marR="50820" marT="0" marB="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تقييم أثر التغيير  في البنية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 مراجعة  كراسات الشروط والمواصفات للمشاريع الرقمية  </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baseline="0" dirty="0">
                          <a:solidFill>
                            <a:schemeClr val="tx1"/>
                          </a:solidFill>
                          <a:effectLst/>
                          <a:latin typeface="Sakkal Majalla" panose="02000000000000000000" pitchFamily="2" charset="-78"/>
                          <a:cs typeface="Sakkal Majalla" panose="02000000000000000000" pitchFamily="2" charset="-78"/>
                          <a:hlinkClick r:id="" action="ppaction://noaction"/>
                        </a:rPr>
                        <a:t>تطوير وتحديث وتنفيذ الخطة التدريبية لفريق البنية المؤسسية </a:t>
                      </a:r>
                      <a:endParaRPr lang="ar-SA" sz="1400" b="1" baseline="0" dirty="0">
                        <a:solidFill>
                          <a:schemeClr val="tx1"/>
                        </a:solidFill>
                        <a:effectLst/>
                        <a:latin typeface="Sakkal Majalla" panose="02000000000000000000" pitchFamily="2" charset="-78"/>
                        <a:cs typeface="Sakkal Majalla" panose="02000000000000000000" pitchFamily="2" charset="-78"/>
                      </a:endParaRPr>
                    </a:p>
                  </a:txBody>
                  <a:tcPr marL="67760" marR="67760" marT="33880" marB="33880" anchor="ctr">
                    <a:solidFill>
                      <a:srgbClr val="F2F2F2"/>
                    </a:solidFill>
                  </a:tcPr>
                </a:tc>
                <a:extLst>
                  <a:ext uri="{0D108BD9-81ED-4DB2-BD59-A6C34878D82A}">
                    <a16:rowId xmlns:a16="http://schemas.microsoft.com/office/drawing/2014/main" val="1417863760"/>
                  </a:ext>
                </a:extLst>
              </a:tr>
              <a:tr h="486618">
                <a:tc vMerge="1">
                  <a:txBody>
                    <a:bodyPr/>
                    <a:lstStyle/>
                    <a:p>
                      <a:pPr rtl="1"/>
                      <a:endParaRPr lang="ar-SA"/>
                    </a:p>
                  </a:txBody>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انشاء إطار عمل البنية المؤسسية </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تحديث خارطة طريق التحول الرقمي</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تجربة حالة استخدام</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تحديث البنية</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التقرير الدوري لأداء مكتب البنية المؤسسية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tc>
                  <a:txBody>
                    <a:bodyPr/>
                    <a:lstStyle/>
                    <a:p>
                      <a:pPr marL="0" marR="0" algn="ctr" rtl="1">
                        <a:lnSpc>
                          <a:spcPct val="107000"/>
                        </a:lnSpc>
                        <a:spcBef>
                          <a:spcPts val="0"/>
                        </a:spcBef>
                        <a:spcAft>
                          <a:spcPts val="0"/>
                        </a:spcAft>
                      </a:pPr>
                      <a:endParaRPr lang="en-US" sz="1400" b="1" baseline="0" dirty="0">
                        <a:solidFill>
                          <a:srgbClr val="FF0000"/>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extLst>
                  <a:ext uri="{0D108BD9-81ED-4DB2-BD59-A6C34878D82A}">
                    <a16:rowId xmlns:a16="http://schemas.microsoft.com/office/drawing/2014/main" val="3125222640"/>
                  </a:ext>
                </a:extLst>
              </a:tr>
              <a:tr h="424573">
                <a:tc vMerge="1">
                  <a:txBody>
                    <a:bodyPr/>
                    <a:lstStyle/>
                    <a:p>
                      <a:pPr rtl="1"/>
                      <a:endParaRPr lang="ar-SA"/>
                    </a:p>
                  </a:txBody>
                  <a:tcPr/>
                </a:tc>
                <a:tc>
                  <a:txBody>
                    <a:bodyPr/>
                    <a:lstStyle/>
                    <a:p>
                      <a:pPr algn="ctr" rtl="0"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تحليل الوضع الحالي وبيئة البنية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جمع  وتحليل متطلبات البنية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algn="ctr" rtl="1"/>
                      <a:endParaRPr lang="ar-SA" sz="1400" b="1" baseline="0" dirty="0">
                        <a:latin typeface="Sakkal Majalla" panose="02000000000000000000" pitchFamily="2" charset="-78"/>
                        <a:cs typeface="Sakkal Majalla" panose="02000000000000000000" pitchFamily="2" charset="-78"/>
                      </a:endParaRPr>
                    </a:p>
                  </a:txBody>
                  <a:tcPr marL="67760" marR="67760" marT="33880" marB="33880" anchor="ctr">
                    <a:solidFill>
                      <a:srgbClr val="F2F2F2"/>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hlinkClick r:id="" action="ppaction://noaction"/>
                        </a:rPr>
                        <a:t>إدارة أداة البنية المؤسسية</a:t>
                      </a:r>
                      <a:endParaRPr lang="ar-SA" sz="14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endParaRPr>
                    </a:p>
                    <a:p>
                      <a:pPr marL="0" marR="0" lvl="0" indent="0" algn="ctr" defTabSz="914400" rtl="1" eaLnBrk="1" fontAlgn="ctr" latinLnBrk="0" hangingPunct="1">
                        <a:lnSpc>
                          <a:spcPct val="100000"/>
                        </a:lnSpc>
                        <a:spcBef>
                          <a:spcPts val="0"/>
                        </a:spcBef>
                        <a:spcAft>
                          <a:spcPts val="0"/>
                        </a:spcAft>
                        <a:buClrTx/>
                        <a:buSzTx/>
                        <a:buFontTx/>
                        <a:buNone/>
                        <a:tabLst/>
                        <a:defRPr/>
                      </a:pPr>
                      <a:endParaRPr lang="en-US" sz="14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endParaRPr>
                    </a:p>
                  </a:txBody>
                  <a:tcPr marL="67760" marR="67760" marT="33880" marB="3388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i="0" u="none" strike="noStrike" kern="1200" cap="none" spc="0" normalizeH="0" baseline="0" noProof="0" dirty="0">
                          <a:ln>
                            <a:noFill/>
                          </a:ln>
                          <a:solidFill>
                            <a:schemeClr val="tx1"/>
                          </a:solidFill>
                          <a:effectLst/>
                          <a:uLnTx/>
                          <a:uFillTx/>
                          <a:latin typeface="Sakkal Majalla" panose="02000000000000000000" pitchFamily="2" charset="-78"/>
                          <a:ea typeface="+mn-ea"/>
                          <a:cs typeface="Sakkal Majalla" panose="02000000000000000000" pitchFamily="2" charset="-78"/>
                          <a:hlinkClick r:id="" action="ppaction://noaction"/>
                        </a:rPr>
                        <a:t>تطوير وتحديث خطة مراجعة الامتثال</a:t>
                      </a:r>
                      <a:endParaRPr kumimoji="0" lang="ar-SA" sz="1400" b="1" i="0" u="none" strike="noStrike" kern="1200" cap="none" spc="0" normalizeH="0" baseline="0" noProof="0" dirty="0">
                        <a:ln>
                          <a:noFill/>
                        </a:ln>
                        <a:solidFill>
                          <a:schemeClr val="tx1"/>
                        </a:solidFill>
                        <a:effectLst/>
                        <a:uLnTx/>
                        <a:uFillTx/>
                        <a:latin typeface="Sakkal Majalla" panose="02000000000000000000" pitchFamily="2" charset="-78"/>
                        <a:ea typeface="+mn-ea"/>
                        <a:cs typeface="Sakkal Majalla" panose="02000000000000000000" pitchFamily="2" charset="-78"/>
                      </a:endParaRPr>
                    </a:p>
                  </a:txBody>
                  <a:tcPr marL="67760" marR="67760" marT="33880" marB="33880" anchor="ctr">
                    <a:solidFill>
                      <a:srgbClr val="F2F2F2"/>
                    </a:solidFill>
                  </a:tcPr>
                </a:tc>
                <a:tc>
                  <a:txBody>
                    <a:bodyPr/>
                    <a:lstStyle/>
                    <a:p>
                      <a:pPr marL="0" marR="0" algn="ctr" rtl="1">
                        <a:lnSpc>
                          <a:spcPct val="107000"/>
                        </a:lnSpc>
                        <a:spcBef>
                          <a:spcPts val="0"/>
                        </a:spcBef>
                        <a:spcAft>
                          <a:spcPts val="0"/>
                        </a:spcAft>
                      </a:pPr>
                      <a:endParaRPr lang="en-US" sz="1400" b="1" baseline="0" dirty="0">
                        <a:solidFill>
                          <a:srgbClr val="FF0000"/>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extLst>
                  <a:ext uri="{0D108BD9-81ED-4DB2-BD59-A6C34878D82A}">
                    <a16:rowId xmlns:a16="http://schemas.microsoft.com/office/drawing/2014/main" val="1125157898"/>
                  </a:ext>
                </a:extLst>
              </a:tr>
              <a:tr h="76895">
                <a:tc vMerge="1">
                  <a:txBody>
                    <a:bodyPr/>
                    <a:lstStyle/>
                    <a:p>
                      <a:pPr rtl="1"/>
                      <a:endParaRPr lang="ar-SA"/>
                    </a:p>
                  </a:txBody>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قياس مستوى نضج ممارسة البنية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0">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0">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0">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lvl="0" indent="0" algn="ctr" defTabSz="914400" rtl="1" eaLnBrk="1" fontAlgn="ctr" latinLnBrk="0" hangingPunct="1">
                        <a:lnSpc>
                          <a:spcPct val="107000"/>
                        </a:lnSpc>
                        <a:spcBef>
                          <a:spcPts val="0"/>
                        </a:spcBef>
                        <a:spcAft>
                          <a:spcPts val="0"/>
                        </a:spcAft>
                        <a:buClrTx/>
                        <a:buSzTx/>
                        <a:buFontTx/>
                        <a:buNone/>
                        <a:tabLst/>
                        <a:defRPr/>
                      </a:pPr>
                      <a:endParaRPr lang="en-US" sz="14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endParaRPr>
                    </a:p>
                  </a:txBody>
                  <a:tcPr marL="50820" marR="50820" marT="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en-US" sz="1400" b="1" baseline="0" dirty="0">
                          <a:effectLst/>
                          <a:latin typeface="Sakkal Majalla" panose="02000000000000000000" pitchFamily="2" charset="-78"/>
                          <a:cs typeface="Sakkal Majalla" panose="02000000000000000000" pitchFamily="2" charset="-78"/>
                          <a:hlinkClick r:id="" action="ppaction://noaction"/>
                        </a:rPr>
                        <a:t> </a:t>
                      </a:r>
                      <a:r>
                        <a:rPr lang="ar-SA" sz="1400" b="1" baseline="0" dirty="0">
                          <a:effectLst/>
                          <a:latin typeface="Sakkal Majalla" panose="02000000000000000000" pitchFamily="2" charset="-78"/>
                          <a:cs typeface="Sakkal Majalla" panose="02000000000000000000" pitchFamily="2" charset="-78"/>
                          <a:hlinkClick r:id="" action="ppaction://noaction"/>
                        </a:rPr>
                        <a:t>مراجعة الامتثال</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extLst>
                  <a:ext uri="{0D108BD9-81ED-4DB2-BD59-A6C34878D82A}">
                    <a16:rowId xmlns:a16="http://schemas.microsoft.com/office/drawing/2014/main" val="3426140804"/>
                  </a:ext>
                </a:extLst>
              </a:tr>
              <a:tr h="285145">
                <a:tc vMerge="1">
                  <a:txBody>
                    <a:bodyPr/>
                    <a:lstStyle/>
                    <a:p>
                      <a:pPr rtl="1"/>
                      <a:endParaRPr lang="ar-SA"/>
                    </a:p>
                  </a:txBody>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0">
                        <a:lnSpc>
                          <a:spcPct val="107000"/>
                        </a:lnSpc>
                        <a:spcBef>
                          <a:spcPts val="0"/>
                        </a:spcBef>
                        <a:spcAft>
                          <a:spcPts val="0"/>
                        </a:spcAft>
                      </a:pPr>
                      <a:r>
                        <a:rPr lang="en-US" sz="1400" b="1" baseline="0" dirty="0">
                          <a:effectLst/>
                          <a:latin typeface="Sakkal Majalla" panose="02000000000000000000" pitchFamily="2" charset="-78"/>
                          <a:cs typeface="Sakkal Majalla" panose="02000000000000000000" pitchFamily="2" charset="-78"/>
                        </a:rPr>
                        <a:t> </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 مراجعة</a:t>
                      </a:r>
                      <a:r>
                        <a:rPr lang="en-US" sz="1400" b="1" baseline="0" dirty="0">
                          <a:effectLst/>
                          <a:latin typeface="Sakkal Majalla" panose="02000000000000000000" pitchFamily="2" charset="-78"/>
                          <a:cs typeface="Sakkal Majalla" panose="02000000000000000000" pitchFamily="2" charset="-78"/>
                          <a:hlinkClick r:id="" action="ppaction://noaction"/>
                        </a:rPr>
                        <a:t> </a:t>
                      </a:r>
                      <a:r>
                        <a:rPr lang="ar-SA" sz="1400" b="1" baseline="0" dirty="0">
                          <a:effectLst/>
                          <a:latin typeface="Sakkal Majalla" panose="02000000000000000000" pitchFamily="2" charset="-78"/>
                          <a:cs typeface="Sakkal Majalla" panose="02000000000000000000" pitchFamily="2" charset="-78"/>
                          <a:hlinkClick r:id="" action="ppaction://noaction"/>
                        </a:rPr>
                        <a:t>طلبات  الإعفاء</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extLst>
                  <a:ext uri="{0D108BD9-81ED-4DB2-BD59-A6C34878D82A}">
                    <a16:rowId xmlns:a16="http://schemas.microsoft.com/office/drawing/2014/main" val="2475843877"/>
                  </a:ext>
                </a:extLst>
              </a:tr>
              <a:tr h="439450">
                <a:tc vMerge="1">
                  <a:txBody>
                    <a:bodyPr/>
                    <a:lstStyle/>
                    <a:p>
                      <a:pPr marL="0" marR="0" algn="ctr" rtl="1">
                        <a:lnSpc>
                          <a:spcPct val="107000"/>
                        </a:lnSpc>
                        <a:spcBef>
                          <a:spcPts val="0"/>
                        </a:spcBef>
                        <a:spcAft>
                          <a:spcPts val="0"/>
                        </a:spcAft>
                      </a:pPr>
                      <a:endParaRPr lang="en-US" sz="1300" dirty="0">
                        <a:effectLst/>
                        <a:latin typeface="Calibri" panose="020F0502020204030204" pitchFamily="34" charset="0"/>
                        <a:ea typeface="Calibri" panose="020F0502020204030204" pitchFamily="34" charset="0"/>
                        <a:cs typeface="Arial" panose="020B0604020202020204" pitchFamily="34" charset="0"/>
                      </a:endParaRPr>
                    </a:p>
                  </a:txBody>
                  <a:tcPr marL="50820" marR="50820" marT="0" marB="0" anchor="ct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p>
                      <a:pPr marL="0" marR="0" algn="ctr" rtl="0">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r>
                        <a:rPr lang="ar-SA" sz="1400" b="1" kern="1200" baseline="0" dirty="0">
                          <a:solidFill>
                            <a:schemeClr val="dk1"/>
                          </a:solidFill>
                          <a:effectLst/>
                          <a:latin typeface="Sakkal Majalla" panose="02000000000000000000" pitchFamily="2" charset="-78"/>
                          <a:ea typeface="+mn-ea"/>
                          <a:cs typeface="Sakkal Majalla" panose="02000000000000000000" pitchFamily="2" charset="-78"/>
                          <a:hlinkClick r:id="" action="ppaction://noaction"/>
                        </a:rPr>
                        <a:t>متابعة تنفيذ خارطة طريق التحول الرقمي</a:t>
                      </a:r>
                      <a:endParaRPr lang="en-US" sz="1400" b="1" kern="1200" baseline="0" dirty="0">
                        <a:solidFill>
                          <a:schemeClr val="dk1"/>
                        </a:solidFill>
                        <a:effectLst/>
                        <a:latin typeface="Sakkal Majalla" panose="02000000000000000000" pitchFamily="2" charset="-78"/>
                        <a:ea typeface="+mn-ea"/>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extLst>
                  <a:ext uri="{0D108BD9-81ED-4DB2-BD59-A6C34878D82A}">
                    <a16:rowId xmlns:a16="http://schemas.microsoft.com/office/drawing/2014/main" val="3036722930"/>
                  </a:ext>
                </a:extLst>
              </a:tr>
            </a:tbl>
          </a:graphicData>
        </a:graphic>
      </p:graphicFrame>
    </p:spTree>
    <p:extLst>
      <p:ext uri="{BB962C8B-B14F-4D97-AF65-F5344CB8AC3E}">
        <p14:creationId xmlns:p14="http://schemas.microsoft.com/office/powerpoint/2010/main" val="2916761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CAE86D0-947F-6F6F-DD9D-E1F9A2022C07}"/>
              </a:ext>
            </a:extLst>
          </p:cNvPr>
          <p:cNvSpPr>
            <a:spLocks noGrp="1"/>
          </p:cNvSpPr>
          <p:nvPr>
            <p:ph type="title"/>
          </p:nvPr>
        </p:nvSpPr>
        <p:spPr/>
        <p:txBody>
          <a:bodyPr/>
          <a:lstStyle/>
          <a:p>
            <a:r>
              <a:rPr lang="ar-EG" dirty="0"/>
              <a:t>مصفوفة ربط السياسات بالإجراءات</a:t>
            </a:r>
            <a:endParaRPr lang="en-US" dirty="0"/>
          </a:p>
        </p:txBody>
      </p:sp>
      <p:graphicFrame>
        <p:nvGraphicFramePr>
          <p:cNvPr id="8" name="Table 7">
            <a:extLst>
              <a:ext uri="{FF2B5EF4-FFF2-40B4-BE49-F238E27FC236}">
                <a16:creationId xmlns:a16="http://schemas.microsoft.com/office/drawing/2014/main" id="{99AC00BD-5A85-5262-EFB3-C5A4F3596809}"/>
              </a:ext>
            </a:extLst>
          </p:cNvPr>
          <p:cNvGraphicFramePr>
            <a:graphicFrameLocks noGrp="1"/>
          </p:cNvGraphicFramePr>
          <p:nvPr>
            <p:extLst>
              <p:ext uri="{D42A27DB-BD31-4B8C-83A1-F6EECF244321}">
                <p14:modId xmlns:p14="http://schemas.microsoft.com/office/powerpoint/2010/main" val="4078090975"/>
              </p:ext>
            </p:extLst>
          </p:nvPr>
        </p:nvGraphicFramePr>
        <p:xfrm>
          <a:off x="609599" y="1106216"/>
          <a:ext cx="11081660" cy="5578532"/>
        </p:xfrm>
        <a:graphic>
          <a:graphicData uri="http://schemas.openxmlformats.org/drawingml/2006/table">
            <a:tbl>
              <a:tblPr rtl="1" firstRow="1" firstCol="1" bandRow="1">
                <a:tableStyleId>{5C22544A-7EE6-4342-B048-85BDC9FD1C3A}</a:tableStyleId>
              </a:tblPr>
              <a:tblGrid>
                <a:gridCol w="2448190">
                  <a:extLst>
                    <a:ext uri="{9D8B030D-6E8A-4147-A177-3AD203B41FA5}">
                      <a16:colId xmlns:a16="http://schemas.microsoft.com/office/drawing/2014/main" val="2757474452"/>
                    </a:ext>
                  </a:extLst>
                </a:gridCol>
                <a:gridCol w="863347">
                  <a:extLst>
                    <a:ext uri="{9D8B030D-6E8A-4147-A177-3AD203B41FA5}">
                      <a16:colId xmlns:a16="http://schemas.microsoft.com/office/drawing/2014/main" val="5499680"/>
                    </a:ext>
                  </a:extLst>
                </a:gridCol>
                <a:gridCol w="863347">
                  <a:extLst>
                    <a:ext uri="{9D8B030D-6E8A-4147-A177-3AD203B41FA5}">
                      <a16:colId xmlns:a16="http://schemas.microsoft.com/office/drawing/2014/main" val="3044934828"/>
                    </a:ext>
                  </a:extLst>
                </a:gridCol>
                <a:gridCol w="863347">
                  <a:extLst>
                    <a:ext uri="{9D8B030D-6E8A-4147-A177-3AD203B41FA5}">
                      <a16:colId xmlns:a16="http://schemas.microsoft.com/office/drawing/2014/main" val="1922896984"/>
                    </a:ext>
                  </a:extLst>
                </a:gridCol>
                <a:gridCol w="863347">
                  <a:extLst>
                    <a:ext uri="{9D8B030D-6E8A-4147-A177-3AD203B41FA5}">
                      <a16:colId xmlns:a16="http://schemas.microsoft.com/office/drawing/2014/main" val="1308323402"/>
                    </a:ext>
                  </a:extLst>
                </a:gridCol>
                <a:gridCol w="863347">
                  <a:extLst>
                    <a:ext uri="{9D8B030D-6E8A-4147-A177-3AD203B41FA5}">
                      <a16:colId xmlns:a16="http://schemas.microsoft.com/office/drawing/2014/main" val="3079679829"/>
                    </a:ext>
                  </a:extLst>
                </a:gridCol>
                <a:gridCol w="863347">
                  <a:extLst>
                    <a:ext uri="{9D8B030D-6E8A-4147-A177-3AD203B41FA5}">
                      <a16:colId xmlns:a16="http://schemas.microsoft.com/office/drawing/2014/main" val="2358358579"/>
                    </a:ext>
                  </a:extLst>
                </a:gridCol>
                <a:gridCol w="863347">
                  <a:extLst>
                    <a:ext uri="{9D8B030D-6E8A-4147-A177-3AD203B41FA5}">
                      <a16:colId xmlns:a16="http://schemas.microsoft.com/office/drawing/2014/main" val="520785740"/>
                    </a:ext>
                  </a:extLst>
                </a:gridCol>
                <a:gridCol w="863347">
                  <a:extLst>
                    <a:ext uri="{9D8B030D-6E8A-4147-A177-3AD203B41FA5}">
                      <a16:colId xmlns:a16="http://schemas.microsoft.com/office/drawing/2014/main" val="1936464043"/>
                    </a:ext>
                  </a:extLst>
                </a:gridCol>
                <a:gridCol w="863347">
                  <a:extLst>
                    <a:ext uri="{9D8B030D-6E8A-4147-A177-3AD203B41FA5}">
                      <a16:colId xmlns:a16="http://schemas.microsoft.com/office/drawing/2014/main" val="3348917476"/>
                    </a:ext>
                  </a:extLst>
                </a:gridCol>
                <a:gridCol w="863347">
                  <a:extLst>
                    <a:ext uri="{9D8B030D-6E8A-4147-A177-3AD203B41FA5}">
                      <a16:colId xmlns:a16="http://schemas.microsoft.com/office/drawing/2014/main" val="583770511"/>
                    </a:ext>
                  </a:extLst>
                </a:gridCol>
              </a:tblGrid>
              <a:tr h="426932">
                <a:tc>
                  <a:txBody>
                    <a:bodyPr/>
                    <a:lstStyle/>
                    <a:p>
                      <a:pPr marL="0" marR="0" algn="r" rtl="1">
                        <a:buNone/>
                      </a:pPr>
                      <a:r>
                        <a:rPr lang="en-US" sz="1400" dirty="0" err="1">
                          <a:effectLst/>
                        </a:rPr>
                        <a:t>الإجراء</a:t>
                      </a:r>
                      <a:r>
                        <a:rPr lang="en-US" sz="1400" dirty="0">
                          <a:effectLst/>
                        </a:rPr>
                        <a:t> / </a:t>
                      </a:r>
                      <a:r>
                        <a:rPr lang="en-US" sz="1400" dirty="0" err="1">
                          <a:effectLst/>
                        </a:rPr>
                        <a:t>السياسة</a:t>
                      </a:r>
                      <a:endParaRPr lang="en-US" sz="14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44700" marB="44700" anchor="ctr"/>
                </a:tc>
                <a:tc>
                  <a:txBody>
                    <a:bodyPr/>
                    <a:lstStyle/>
                    <a:p>
                      <a:pPr marL="0" marR="0" algn="ctr" rtl="1">
                        <a:buNone/>
                      </a:pPr>
                      <a:r>
                        <a:rPr lang="en-US" sz="1400" dirty="0">
                          <a:effectLst/>
                        </a:rPr>
                        <a:t>EA-POLC-01</a:t>
                      </a:r>
                    </a:p>
                  </a:txBody>
                  <a:tcPr marL="13410" marR="13410" marT="35760" marB="35760" anchor="ctr"/>
                </a:tc>
                <a:tc>
                  <a:txBody>
                    <a:bodyPr/>
                    <a:lstStyle/>
                    <a:p>
                      <a:pPr marL="0" marR="0" algn="ctr" rtl="1">
                        <a:buNone/>
                      </a:pPr>
                      <a:r>
                        <a:rPr lang="en-US" sz="1400" dirty="0">
                          <a:effectLst/>
                        </a:rPr>
                        <a:t>EA-POLC-02</a:t>
                      </a:r>
                    </a:p>
                  </a:txBody>
                  <a:tcPr marL="13410" marR="13410" marT="35760" marB="35760" anchor="ctr"/>
                </a:tc>
                <a:tc>
                  <a:txBody>
                    <a:bodyPr/>
                    <a:lstStyle/>
                    <a:p>
                      <a:pPr marL="0" marR="0" algn="ctr" rtl="1">
                        <a:buNone/>
                      </a:pPr>
                      <a:r>
                        <a:rPr lang="en-US" sz="1400" dirty="0">
                          <a:effectLst/>
                        </a:rPr>
                        <a:t>EA-POLC-03</a:t>
                      </a:r>
                    </a:p>
                  </a:txBody>
                  <a:tcPr marL="13410" marR="13410" marT="35760" marB="35760" anchor="ctr"/>
                </a:tc>
                <a:tc>
                  <a:txBody>
                    <a:bodyPr/>
                    <a:lstStyle/>
                    <a:p>
                      <a:pPr marL="0" marR="0" algn="ctr" rtl="1">
                        <a:buNone/>
                      </a:pPr>
                      <a:r>
                        <a:rPr lang="en-US" sz="1400" dirty="0">
                          <a:effectLst/>
                        </a:rPr>
                        <a:t>EA-POLC-04</a:t>
                      </a:r>
                    </a:p>
                  </a:txBody>
                  <a:tcPr marL="13410" marR="13410" marT="35760" marB="35760" anchor="ctr"/>
                </a:tc>
                <a:tc>
                  <a:txBody>
                    <a:bodyPr/>
                    <a:lstStyle/>
                    <a:p>
                      <a:pPr marL="0" marR="0" algn="ctr" rtl="1">
                        <a:buNone/>
                      </a:pPr>
                      <a:r>
                        <a:rPr lang="en-US" sz="1400" dirty="0">
                          <a:effectLst/>
                        </a:rPr>
                        <a:t>EA-POLC-05</a:t>
                      </a:r>
                    </a:p>
                  </a:txBody>
                  <a:tcPr marL="13410" marR="13410" marT="35760" marB="35760" anchor="ctr"/>
                </a:tc>
                <a:tc>
                  <a:txBody>
                    <a:bodyPr/>
                    <a:lstStyle/>
                    <a:p>
                      <a:pPr marL="0" marR="0" algn="ctr" rtl="1">
                        <a:buNone/>
                      </a:pPr>
                      <a:r>
                        <a:rPr lang="en-US" sz="1400" dirty="0">
                          <a:effectLst/>
                        </a:rPr>
                        <a:t>EA-POLC-06</a:t>
                      </a:r>
                    </a:p>
                  </a:txBody>
                  <a:tcPr marL="13410" marR="13410" marT="35760" marB="35760" anchor="ctr"/>
                </a:tc>
                <a:tc>
                  <a:txBody>
                    <a:bodyPr/>
                    <a:lstStyle/>
                    <a:p>
                      <a:pPr marL="0" marR="0" algn="ctr" rtl="1">
                        <a:buNone/>
                      </a:pPr>
                      <a:r>
                        <a:rPr lang="en-US" sz="1400" dirty="0">
                          <a:effectLst/>
                        </a:rPr>
                        <a:t>EA-POLC-07</a:t>
                      </a:r>
                    </a:p>
                  </a:txBody>
                  <a:tcPr marL="13410" marR="13410" marT="35760" marB="35760" anchor="ctr"/>
                </a:tc>
                <a:tc>
                  <a:txBody>
                    <a:bodyPr/>
                    <a:lstStyle/>
                    <a:p>
                      <a:pPr marL="0" marR="0" algn="ctr" rtl="1">
                        <a:buNone/>
                      </a:pPr>
                      <a:r>
                        <a:rPr lang="en-US" sz="1400" dirty="0">
                          <a:effectLst/>
                        </a:rPr>
                        <a:t>EA-POLC-08</a:t>
                      </a:r>
                    </a:p>
                  </a:txBody>
                  <a:tcPr marL="13410" marR="13410" marT="35760" marB="35760" anchor="ctr"/>
                </a:tc>
                <a:tc>
                  <a:txBody>
                    <a:bodyPr/>
                    <a:lstStyle/>
                    <a:p>
                      <a:pPr marL="0" marR="0" algn="ctr" rtl="1">
                        <a:buNone/>
                      </a:pPr>
                      <a:r>
                        <a:rPr lang="en-US" sz="1400" dirty="0">
                          <a:effectLst/>
                        </a:rPr>
                        <a:t>EA-POLC-09</a:t>
                      </a:r>
                    </a:p>
                  </a:txBody>
                  <a:tcPr marL="13410" marR="13410" marT="35760" marB="35760" anchor="ctr"/>
                </a:tc>
                <a:tc>
                  <a:txBody>
                    <a:bodyPr/>
                    <a:lstStyle/>
                    <a:p>
                      <a:pPr marL="0" marR="0" algn="ctr" rtl="1">
                        <a:buNone/>
                      </a:pPr>
                      <a:r>
                        <a:rPr lang="en-US" sz="1400" dirty="0">
                          <a:effectLst/>
                        </a:rPr>
                        <a:t>EA-POLC-10</a:t>
                      </a:r>
                    </a:p>
                  </a:txBody>
                  <a:tcPr marL="13410" marR="13410" marT="35760" marB="35760" anchor="ctr"/>
                </a:tc>
                <a:extLst>
                  <a:ext uri="{0D108BD9-81ED-4DB2-BD59-A6C34878D82A}">
                    <a16:rowId xmlns:a16="http://schemas.microsoft.com/office/drawing/2014/main" val="2212185844"/>
                  </a:ext>
                </a:extLst>
              </a:tr>
              <a:tr h="171648">
                <a:tc>
                  <a:txBody>
                    <a:bodyPr/>
                    <a:lstStyle/>
                    <a:p>
                      <a:pPr marL="0" marR="0" algn="r" rtl="1">
                        <a:buNone/>
                      </a:pPr>
                      <a:r>
                        <a:rPr lang="en-US" sz="900" dirty="0" err="1">
                          <a:effectLst/>
                        </a:rPr>
                        <a:t>تطوير</a:t>
                      </a:r>
                      <a:r>
                        <a:rPr lang="en-US" sz="900" dirty="0">
                          <a:effectLst/>
                        </a:rPr>
                        <a:t> استراتيجية البنية المؤسسية</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2514228709"/>
                  </a:ext>
                </a:extLst>
              </a:tr>
              <a:tr h="171648">
                <a:tc>
                  <a:txBody>
                    <a:bodyPr/>
                    <a:lstStyle/>
                    <a:p>
                      <a:pPr marL="0" marR="0" algn="r" rtl="1">
                        <a:buNone/>
                      </a:pPr>
                      <a:r>
                        <a:rPr lang="en-US" sz="900" dirty="0" err="1">
                          <a:effectLst/>
                        </a:rPr>
                        <a:t>تطوير</a:t>
                      </a:r>
                      <a:r>
                        <a:rPr lang="en-US" sz="900" dirty="0">
                          <a:effectLst/>
                        </a:rPr>
                        <a:t> </a:t>
                      </a:r>
                      <a:r>
                        <a:rPr lang="en-US" sz="900" dirty="0" err="1">
                          <a:effectLst/>
                        </a:rPr>
                        <a:t>وتحديث</a:t>
                      </a:r>
                      <a:r>
                        <a:rPr lang="en-US" sz="900" dirty="0">
                          <a:effectLst/>
                        </a:rPr>
                        <a:t> </a:t>
                      </a:r>
                      <a:r>
                        <a:rPr lang="en-US" sz="900" dirty="0" err="1">
                          <a:effectLst/>
                        </a:rPr>
                        <a:t>النماذج</a:t>
                      </a:r>
                      <a:r>
                        <a:rPr lang="en-US" sz="900" dirty="0">
                          <a:effectLst/>
                        </a:rPr>
                        <a:t> </a:t>
                      </a:r>
                      <a:r>
                        <a:rPr lang="en-US" sz="900" dirty="0" err="1">
                          <a:effectLst/>
                        </a:rPr>
                        <a:t>المرجعية</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1922758380"/>
                  </a:ext>
                </a:extLst>
              </a:tr>
              <a:tr h="171648">
                <a:tc>
                  <a:txBody>
                    <a:bodyPr/>
                    <a:lstStyle/>
                    <a:p>
                      <a:pPr marL="0" marR="0" algn="r" rtl="1">
                        <a:buNone/>
                      </a:pPr>
                      <a:r>
                        <a:rPr lang="en-US" sz="900" dirty="0" err="1">
                          <a:effectLst/>
                        </a:rPr>
                        <a:t>إنشاء</a:t>
                      </a:r>
                      <a:r>
                        <a:rPr lang="en-US" sz="900" dirty="0">
                          <a:effectLst/>
                        </a:rPr>
                        <a:t> </a:t>
                      </a:r>
                      <a:r>
                        <a:rPr lang="en-US" sz="900" dirty="0" err="1">
                          <a:effectLst/>
                        </a:rPr>
                        <a:t>اطار</a:t>
                      </a:r>
                      <a:r>
                        <a:rPr lang="en-US" sz="900" dirty="0">
                          <a:effectLst/>
                        </a:rPr>
                        <a:t> </a:t>
                      </a:r>
                      <a:r>
                        <a:rPr lang="en-US" sz="900" dirty="0" err="1">
                          <a:effectLst/>
                        </a:rPr>
                        <a:t>عمل</a:t>
                      </a:r>
                      <a:r>
                        <a:rPr lang="en-US" sz="900" dirty="0">
                          <a:effectLst/>
                        </a:rPr>
                        <a:t> البنية المؤسسية</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1206271766"/>
                  </a:ext>
                </a:extLst>
              </a:tr>
              <a:tr h="171648">
                <a:tc>
                  <a:txBody>
                    <a:bodyPr/>
                    <a:lstStyle/>
                    <a:p>
                      <a:pPr marL="0" marR="0" algn="r" rtl="1">
                        <a:buNone/>
                      </a:pPr>
                      <a:r>
                        <a:rPr lang="en-US" sz="900" dirty="0" err="1">
                          <a:effectLst/>
                        </a:rPr>
                        <a:t>تحليل</a:t>
                      </a:r>
                      <a:r>
                        <a:rPr lang="en-US" sz="900" dirty="0">
                          <a:effectLst/>
                        </a:rPr>
                        <a:t> </a:t>
                      </a:r>
                      <a:r>
                        <a:rPr lang="en-US" sz="900" dirty="0" err="1">
                          <a:effectLst/>
                        </a:rPr>
                        <a:t>الوضع</a:t>
                      </a:r>
                      <a:r>
                        <a:rPr lang="en-US" sz="900" dirty="0">
                          <a:effectLst/>
                        </a:rPr>
                        <a:t> </a:t>
                      </a:r>
                      <a:r>
                        <a:rPr lang="en-US" sz="900" dirty="0" err="1">
                          <a:effectLst/>
                        </a:rPr>
                        <a:t>الحالي</a:t>
                      </a:r>
                      <a:r>
                        <a:rPr lang="en-US" sz="900" dirty="0">
                          <a:effectLst/>
                        </a:rPr>
                        <a:t> </a:t>
                      </a:r>
                      <a:r>
                        <a:rPr lang="en-US" sz="900" dirty="0" err="1">
                          <a:effectLst/>
                        </a:rPr>
                        <a:t>وبنة</a:t>
                      </a:r>
                      <a:r>
                        <a:rPr lang="en-US" sz="900" dirty="0">
                          <a:effectLst/>
                        </a:rPr>
                        <a:t> البنية المؤسسية</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759956733"/>
                  </a:ext>
                </a:extLst>
              </a:tr>
              <a:tr h="171648">
                <a:tc>
                  <a:txBody>
                    <a:bodyPr/>
                    <a:lstStyle/>
                    <a:p>
                      <a:pPr marL="0" marR="0" algn="r" rtl="1">
                        <a:buNone/>
                      </a:pPr>
                      <a:r>
                        <a:rPr lang="en-US" sz="900" dirty="0" err="1">
                          <a:effectLst/>
                        </a:rPr>
                        <a:t>قياس</a:t>
                      </a:r>
                      <a:r>
                        <a:rPr lang="en-US" sz="900" dirty="0">
                          <a:effectLst/>
                        </a:rPr>
                        <a:t> </a:t>
                      </a:r>
                      <a:r>
                        <a:rPr lang="en-US" sz="900" dirty="0" err="1">
                          <a:effectLst/>
                        </a:rPr>
                        <a:t>مستوى</a:t>
                      </a:r>
                      <a:r>
                        <a:rPr lang="en-US" sz="900" dirty="0">
                          <a:effectLst/>
                        </a:rPr>
                        <a:t> </a:t>
                      </a:r>
                      <a:r>
                        <a:rPr lang="en-US" sz="900" dirty="0" err="1">
                          <a:effectLst/>
                        </a:rPr>
                        <a:t>نضج</a:t>
                      </a:r>
                      <a:r>
                        <a:rPr lang="en-US" sz="900" dirty="0">
                          <a:effectLst/>
                        </a:rPr>
                        <a:t> </a:t>
                      </a:r>
                      <a:r>
                        <a:rPr lang="en-US" sz="900" dirty="0" err="1">
                          <a:effectLst/>
                        </a:rPr>
                        <a:t>ممارسة</a:t>
                      </a:r>
                      <a:r>
                        <a:rPr lang="en-US" sz="900" dirty="0">
                          <a:effectLst/>
                        </a:rPr>
                        <a:t> البنية المؤسسية</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3529477819"/>
                  </a:ext>
                </a:extLst>
              </a:tr>
              <a:tr h="171648">
                <a:tc>
                  <a:txBody>
                    <a:bodyPr/>
                    <a:lstStyle/>
                    <a:p>
                      <a:pPr marL="0" marR="0" algn="r" rtl="1">
                        <a:buNone/>
                      </a:pPr>
                      <a:r>
                        <a:rPr lang="en-US" sz="900">
                          <a:effectLst/>
                        </a:rPr>
                        <a:t>توثيق الوضع الحالي للبنية المؤسسية</a:t>
                      </a:r>
                      <a:endParaRPr lang="en-US" sz="10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1238588077"/>
                  </a:ext>
                </a:extLst>
              </a:tr>
              <a:tr h="171648">
                <a:tc>
                  <a:txBody>
                    <a:bodyPr/>
                    <a:lstStyle/>
                    <a:p>
                      <a:pPr marL="0" marR="0" algn="r" rtl="1">
                        <a:buNone/>
                      </a:pPr>
                      <a:r>
                        <a:rPr lang="en-US" sz="900">
                          <a:effectLst/>
                        </a:rPr>
                        <a:t>تصميم الوضع المستقبلي للبنية المؤسسية</a:t>
                      </a:r>
                      <a:endParaRPr lang="en-US" sz="10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704983170"/>
                  </a:ext>
                </a:extLst>
              </a:tr>
              <a:tr h="171648">
                <a:tc>
                  <a:txBody>
                    <a:bodyPr/>
                    <a:lstStyle/>
                    <a:p>
                      <a:pPr marL="0" marR="0" algn="r" rtl="1">
                        <a:buNone/>
                      </a:pPr>
                      <a:r>
                        <a:rPr lang="en-US" sz="900">
                          <a:effectLst/>
                        </a:rPr>
                        <a:t>تحديد الفجوات للبنية المؤسسية</a:t>
                      </a:r>
                      <a:endParaRPr lang="en-US" sz="10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1581156285"/>
                  </a:ext>
                </a:extLst>
              </a:tr>
              <a:tr h="171648">
                <a:tc>
                  <a:txBody>
                    <a:bodyPr/>
                    <a:lstStyle/>
                    <a:p>
                      <a:pPr marL="0" marR="0" algn="r" rtl="1">
                        <a:buNone/>
                      </a:pPr>
                      <a:r>
                        <a:rPr lang="en-US" sz="900" dirty="0" err="1">
                          <a:effectLst/>
                        </a:rPr>
                        <a:t>تطوير</a:t>
                      </a:r>
                      <a:r>
                        <a:rPr lang="en-US" sz="900" dirty="0">
                          <a:effectLst/>
                        </a:rPr>
                        <a:t> </a:t>
                      </a:r>
                      <a:r>
                        <a:rPr lang="en-US" sz="900" dirty="0" err="1">
                          <a:effectLst/>
                        </a:rPr>
                        <a:t>خارطة</a:t>
                      </a:r>
                      <a:r>
                        <a:rPr lang="en-US" sz="900" dirty="0">
                          <a:effectLst/>
                        </a:rPr>
                        <a:t> </a:t>
                      </a:r>
                      <a:r>
                        <a:rPr lang="en-US" sz="900" dirty="0" err="1">
                          <a:effectLst/>
                        </a:rPr>
                        <a:t>طريق</a:t>
                      </a:r>
                      <a:r>
                        <a:rPr lang="en-US" sz="900" dirty="0">
                          <a:effectLst/>
                        </a:rPr>
                        <a:t> </a:t>
                      </a:r>
                      <a:r>
                        <a:rPr lang="en-US" sz="900" dirty="0" err="1">
                          <a:effectLst/>
                        </a:rPr>
                        <a:t>التحول</a:t>
                      </a:r>
                      <a:r>
                        <a:rPr lang="en-US" sz="900" dirty="0">
                          <a:effectLst/>
                        </a:rPr>
                        <a:t> </a:t>
                      </a:r>
                      <a:r>
                        <a:rPr lang="en-US" sz="900" dirty="0" err="1">
                          <a:effectLst/>
                        </a:rPr>
                        <a:t>الرقمي</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566035498"/>
                  </a:ext>
                </a:extLst>
              </a:tr>
              <a:tr h="150192">
                <a:tc>
                  <a:txBody>
                    <a:bodyPr/>
                    <a:lstStyle/>
                    <a:p>
                      <a:pPr marL="0" marR="0" algn="r" rtl="1">
                        <a:buNone/>
                      </a:pPr>
                      <a:r>
                        <a:rPr lang="en-US" sz="900" dirty="0" err="1">
                          <a:effectLst/>
                        </a:rPr>
                        <a:t>تحديث</a:t>
                      </a:r>
                      <a:r>
                        <a:rPr lang="en-US" sz="900" dirty="0">
                          <a:effectLst/>
                        </a:rPr>
                        <a:t> </a:t>
                      </a:r>
                      <a:r>
                        <a:rPr lang="en-US" sz="900" dirty="0" err="1">
                          <a:effectLst/>
                        </a:rPr>
                        <a:t>خارطة</a:t>
                      </a:r>
                      <a:r>
                        <a:rPr lang="en-US" sz="900" dirty="0">
                          <a:effectLst/>
                        </a:rPr>
                        <a:t> </a:t>
                      </a:r>
                      <a:r>
                        <a:rPr lang="en-US" sz="900" dirty="0" err="1">
                          <a:effectLst/>
                        </a:rPr>
                        <a:t>طريق</a:t>
                      </a:r>
                      <a:r>
                        <a:rPr lang="en-US" sz="900" dirty="0">
                          <a:effectLst/>
                        </a:rPr>
                        <a:t> </a:t>
                      </a:r>
                      <a:r>
                        <a:rPr lang="en-US" sz="900" dirty="0" err="1">
                          <a:effectLst/>
                        </a:rPr>
                        <a:t>التحول</a:t>
                      </a:r>
                      <a:r>
                        <a:rPr lang="en-US" sz="900" dirty="0">
                          <a:effectLst/>
                        </a:rPr>
                        <a:t> </a:t>
                      </a:r>
                      <a:r>
                        <a:rPr lang="en-US" sz="900" dirty="0" err="1">
                          <a:effectLst/>
                        </a:rPr>
                        <a:t>الرقمي</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2347250255"/>
                  </a:ext>
                </a:extLst>
              </a:tr>
              <a:tr h="150192">
                <a:tc>
                  <a:txBody>
                    <a:bodyPr/>
                    <a:lstStyle/>
                    <a:p>
                      <a:pPr marL="0" marR="0" algn="r" rtl="1">
                        <a:buNone/>
                      </a:pPr>
                      <a:r>
                        <a:rPr lang="en-US" sz="900">
                          <a:effectLst/>
                        </a:rPr>
                        <a:t>جمع وتحليل متطلبات البنية المؤسسية</a:t>
                      </a:r>
                      <a:endParaRPr lang="en-US" sz="10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4272071830"/>
                  </a:ext>
                </a:extLst>
              </a:tr>
              <a:tr h="171648">
                <a:tc>
                  <a:txBody>
                    <a:bodyPr/>
                    <a:lstStyle/>
                    <a:p>
                      <a:pPr marL="0" marR="0" algn="r" rtl="1">
                        <a:buNone/>
                      </a:pPr>
                      <a:r>
                        <a:rPr lang="en-US" sz="900">
                          <a:effectLst/>
                        </a:rPr>
                        <a:t>تقييم عروض الموردين</a:t>
                      </a:r>
                      <a:endParaRPr lang="en-US" sz="10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1978838156"/>
                  </a:ext>
                </a:extLst>
              </a:tr>
              <a:tr h="171648">
                <a:tc>
                  <a:txBody>
                    <a:bodyPr/>
                    <a:lstStyle/>
                    <a:p>
                      <a:pPr marL="0" marR="0" algn="r" rtl="1">
                        <a:buNone/>
                      </a:pPr>
                      <a:r>
                        <a:rPr lang="en-US" sz="900" dirty="0" err="1">
                          <a:effectLst/>
                        </a:rPr>
                        <a:t>تلبية</a:t>
                      </a:r>
                      <a:r>
                        <a:rPr lang="en-US" sz="900" dirty="0">
                          <a:effectLst/>
                        </a:rPr>
                        <a:t> </a:t>
                      </a:r>
                      <a:r>
                        <a:rPr lang="en-US" sz="900" dirty="0" err="1">
                          <a:effectLst/>
                        </a:rPr>
                        <a:t>طلب</a:t>
                      </a:r>
                      <a:r>
                        <a:rPr lang="en-US" sz="900" dirty="0">
                          <a:effectLst/>
                        </a:rPr>
                        <a:t> </a:t>
                      </a:r>
                      <a:r>
                        <a:rPr lang="en-US" sz="900" dirty="0" err="1">
                          <a:effectLst/>
                        </a:rPr>
                        <a:t>استشارة</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2809107474"/>
                  </a:ext>
                </a:extLst>
              </a:tr>
              <a:tr h="171648">
                <a:tc>
                  <a:txBody>
                    <a:bodyPr/>
                    <a:lstStyle/>
                    <a:p>
                      <a:pPr marL="0" marR="0" algn="r" rtl="1">
                        <a:buNone/>
                      </a:pPr>
                      <a:r>
                        <a:rPr lang="en-US" sz="900" dirty="0" err="1">
                          <a:effectLst/>
                        </a:rPr>
                        <a:t>تجربة</a:t>
                      </a:r>
                      <a:r>
                        <a:rPr lang="en-US" sz="900" dirty="0">
                          <a:effectLst/>
                        </a:rPr>
                        <a:t> </a:t>
                      </a:r>
                      <a:r>
                        <a:rPr lang="en-US" sz="900" dirty="0" err="1">
                          <a:effectLst/>
                        </a:rPr>
                        <a:t>حالة</a:t>
                      </a:r>
                      <a:r>
                        <a:rPr lang="en-US" sz="900" dirty="0">
                          <a:effectLst/>
                        </a:rPr>
                        <a:t> </a:t>
                      </a:r>
                      <a:r>
                        <a:rPr lang="en-US" sz="900" dirty="0" err="1">
                          <a:effectLst/>
                        </a:rPr>
                        <a:t>استخدام</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dirty="0">
                          <a:effectLst/>
                        </a:rPr>
                        <a:t>−</a:t>
                      </a:r>
                      <a:endParaRPr lang="en-US" sz="7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1820377937"/>
                  </a:ext>
                </a:extLst>
              </a:tr>
              <a:tr h="171648">
                <a:tc>
                  <a:txBody>
                    <a:bodyPr/>
                    <a:lstStyle/>
                    <a:p>
                      <a:pPr marL="0" marR="0" algn="r" rtl="1">
                        <a:buNone/>
                      </a:pPr>
                      <a:r>
                        <a:rPr lang="en-US" sz="900">
                          <a:effectLst/>
                        </a:rPr>
                        <a:t>تحديث اطار عمل البنية المؤسسية</a:t>
                      </a:r>
                      <a:endParaRPr lang="en-US" sz="10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4128594813"/>
                  </a:ext>
                </a:extLst>
              </a:tr>
              <a:tr h="171648">
                <a:tc>
                  <a:txBody>
                    <a:bodyPr/>
                    <a:lstStyle/>
                    <a:p>
                      <a:pPr marL="0" marR="0" algn="r" rtl="1">
                        <a:buNone/>
                      </a:pPr>
                      <a:r>
                        <a:rPr lang="en-US" sz="900" dirty="0" err="1">
                          <a:effectLst/>
                        </a:rPr>
                        <a:t>تقييم</a:t>
                      </a:r>
                      <a:r>
                        <a:rPr lang="en-US" sz="900" dirty="0">
                          <a:effectLst/>
                        </a:rPr>
                        <a:t> </a:t>
                      </a:r>
                      <a:r>
                        <a:rPr lang="en-US" sz="900" dirty="0" err="1">
                          <a:effectLst/>
                        </a:rPr>
                        <a:t>أثر</a:t>
                      </a:r>
                      <a:r>
                        <a:rPr lang="en-US" sz="900" dirty="0">
                          <a:effectLst/>
                        </a:rPr>
                        <a:t> </a:t>
                      </a:r>
                      <a:r>
                        <a:rPr lang="en-US" sz="900" dirty="0" err="1">
                          <a:effectLst/>
                        </a:rPr>
                        <a:t>التغيير</a:t>
                      </a:r>
                      <a:r>
                        <a:rPr lang="en-US" sz="900" dirty="0">
                          <a:effectLst/>
                        </a:rPr>
                        <a:t> </a:t>
                      </a:r>
                      <a:r>
                        <a:rPr lang="en-US" sz="900" dirty="0" err="1">
                          <a:effectLst/>
                        </a:rPr>
                        <a:t>في</a:t>
                      </a:r>
                      <a:r>
                        <a:rPr lang="en-US" sz="900" dirty="0">
                          <a:effectLst/>
                        </a:rPr>
                        <a:t> البنية المؤسسية</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1841410709"/>
                  </a:ext>
                </a:extLst>
              </a:tr>
              <a:tr h="171648">
                <a:tc>
                  <a:txBody>
                    <a:bodyPr/>
                    <a:lstStyle/>
                    <a:p>
                      <a:pPr marL="0" marR="0" algn="r" rtl="1">
                        <a:buNone/>
                      </a:pPr>
                      <a:r>
                        <a:rPr lang="en-US" sz="900" dirty="0" err="1">
                          <a:effectLst/>
                        </a:rPr>
                        <a:t>تحديث</a:t>
                      </a:r>
                      <a:r>
                        <a:rPr lang="en-US" sz="900" dirty="0">
                          <a:effectLst/>
                        </a:rPr>
                        <a:t> البنية المؤسسية</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1775127009"/>
                  </a:ext>
                </a:extLst>
              </a:tr>
              <a:tr h="171648">
                <a:tc>
                  <a:txBody>
                    <a:bodyPr/>
                    <a:lstStyle/>
                    <a:p>
                      <a:pPr marL="0" marR="0" algn="r" rtl="1">
                        <a:buNone/>
                      </a:pPr>
                      <a:r>
                        <a:rPr lang="en-US" sz="900" dirty="0" err="1">
                          <a:effectLst/>
                        </a:rPr>
                        <a:t>إدارة</a:t>
                      </a:r>
                      <a:r>
                        <a:rPr lang="en-US" sz="900" dirty="0">
                          <a:effectLst/>
                        </a:rPr>
                        <a:t> </a:t>
                      </a:r>
                      <a:r>
                        <a:rPr lang="en-US" sz="900" dirty="0" err="1">
                          <a:effectLst/>
                        </a:rPr>
                        <a:t>أداة</a:t>
                      </a:r>
                      <a:r>
                        <a:rPr lang="en-US" sz="900" dirty="0">
                          <a:effectLst/>
                        </a:rPr>
                        <a:t> البنية المؤسسية</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1702405333"/>
                  </a:ext>
                </a:extLst>
              </a:tr>
              <a:tr h="171648">
                <a:tc>
                  <a:txBody>
                    <a:bodyPr/>
                    <a:lstStyle/>
                    <a:p>
                      <a:pPr marL="0" marR="0" algn="r" rtl="1">
                        <a:buNone/>
                      </a:pPr>
                      <a:r>
                        <a:rPr lang="en-US" sz="900" dirty="0" err="1">
                          <a:effectLst/>
                        </a:rPr>
                        <a:t>المشاركة</a:t>
                      </a:r>
                      <a:r>
                        <a:rPr lang="en-US" sz="900" dirty="0">
                          <a:effectLst/>
                        </a:rPr>
                        <a:t> </a:t>
                      </a:r>
                      <a:r>
                        <a:rPr lang="en-US" sz="900" dirty="0" err="1">
                          <a:effectLst/>
                        </a:rPr>
                        <a:t>في</a:t>
                      </a:r>
                      <a:r>
                        <a:rPr lang="en-US" sz="900" dirty="0">
                          <a:effectLst/>
                        </a:rPr>
                        <a:t> </a:t>
                      </a:r>
                      <a:r>
                        <a:rPr lang="en-US" sz="900" dirty="0" err="1">
                          <a:effectLst/>
                        </a:rPr>
                        <a:t>ورش</a:t>
                      </a:r>
                      <a:r>
                        <a:rPr lang="en-US" sz="900" dirty="0">
                          <a:effectLst/>
                        </a:rPr>
                        <a:t> </a:t>
                      </a:r>
                      <a:r>
                        <a:rPr lang="en-US" sz="900" dirty="0" err="1">
                          <a:effectLst/>
                        </a:rPr>
                        <a:t>عمل</a:t>
                      </a:r>
                      <a:r>
                        <a:rPr lang="en-US" sz="900" dirty="0">
                          <a:effectLst/>
                        </a:rPr>
                        <a:t> </a:t>
                      </a:r>
                      <a:r>
                        <a:rPr lang="en-US" sz="900" dirty="0" err="1">
                          <a:effectLst/>
                        </a:rPr>
                        <a:t>الابتكار</a:t>
                      </a:r>
                      <a:r>
                        <a:rPr lang="en-US" sz="900" dirty="0">
                          <a:effectLst/>
                        </a:rPr>
                        <a:t> </a:t>
                      </a:r>
                      <a:r>
                        <a:rPr lang="en-US" sz="900" dirty="0" err="1">
                          <a:effectLst/>
                        </a:rPr>
                        <a:t>والتصميم</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2649888485"/>
                  </a:ext>
                </a:extLst>
              </a:tr>
              <a:tr h="171648">
                <a:tc>
                  <a:txBody>
                    <a:bodyPr/>
                    <a:lstStyle/>
                    <a:p>
                      <a:pPr marL="0" marR="0" algn="r" rtl="1">
                        <a:buNone/>
                      </a:pPr>
                      <a:r>
                        <a:rPr lang="en-US" sz="900" dirty="0" err="1">
                          <a:effectLst/>
                        </a:rPr>
                        <a:t>مراجعة</a:t>
                      </a:r>
                      <a:r>
                        <a:rPr lang="en-US" sz="900" dirty="0">
                          <a:effectLst/>
                        </a:rPr>
                        <a:t> </a:t>
                      </a:r>
                      <a:r>
                        <a:rPr lang="en-US" sz="900" dirty="0" err="1">
                          <a:effectLst/>
                        </a:rPr>
                        <a:t>كراسات</a:t>
                      </a:r>
                      <a:r>
                        <a:rPr lang="en-US" sz="900" dirty="0">
                          <a:effectLst/>
                        </a:rPr>
                        <a:t> </a:t>
                      </a:r>
                      <a:r>
                        <a:rPr lang="en-US" sz="900" dirty="0" err="1">
                          <a:effectLst/>
                        </a:rPr>
                        <a:t>الشروط</a:t>
                      </a:r>
                      <a:r>
                        <a:rPr lang="en-US" sz="900" dirty="0">
                          <a:effectLst/>
                        </a:rPr>
                        <a:t> </a:t>
                      </a:r>
                      <a:r>
                        <a:rPr lang="en-US" sz="900" dirty="0" err="1">
                          <a:effectLst/>
                        </a:rPr>
                        <a:t>والمواصفات</a:t>
                      </a:r>
                      <a:r>
                        <a:rPr lang="en-US" sz="900" dirty="0">
                          <a:effectLst/>
                        </a:rPr>
                        <a:t> </a:t>
                      </a:r>
                      <a:r>
                        <a:rPr lang="en-US" sz="900" dirty="0" err="1">
                          <a:effectLst/>
                        </a:rPr>
                        <a:t>للمشاريع</a:t>
                      </a:r>
                      <a:r>
                        <a:rPr lang="en-US" sz="900" dirty="0">
                          <a:effectLst/>
                        </a:rPr>
                        <a:t> </a:t>
                      </a:r>
                      <a:r>
                        <a:rPr lang="en-US" sz="900" dirty="0" err="1">
                          <a:effectLst/>
                        </a:rPr>
                        <a:t>الرقمية</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713600511"/>
                  </a:ext>
                </a:extLst>
              </a:tr>
              <a:tr h="171648">
                <a:tc>
                  <a:txBody>
                    <a:bodyPr/>
                    <a:lstStyle/>
                    <a:p>
                      <a:pPr marL="0" marR="0" algn="r" rtl="1">
                        <a:buNone/>
                      </a:pPr>
                      <a:r>
                        <a:rPr lang="en-US" sz="900" dirty="0" err="1">
                          <a:effectLst/>
                        </a:rPr>
                        <a:t>التقرير</a:t>
                      </a:r>
                      <a:r>
                        <a:rPr lang="en-US" sz="900" dirty="0">
                          <a:effectLst/>
                        </a:rPr>
                        <a:t> </a:t>
                      </a:r>
                      <a:r>
                        <a:rPr lang="en-US" sz="900" dirty="0" err="1">
                          <a:effectLst/>
                        </a:rPr>
                        <a:t>الدوري</a:t>
                      </a:r>
                      <a:r>
                        <a:rPr lang="en-US" sz="900" dirty="0">
                          <a:effectLst/>
                        </a:rPr>
                        <a:t> </a:t>
                      </a:r>
                      <a:r>
                        <a:rPr lang="en-US" sz="900" dirty="0" err="1">
                          <a:effectLst/>
                        </a:rPr>
                        <a:t>لأداء</a:t>
                      </a:r>
                      <a:r>
                        <a:rPr lang="en-US" sz="900" dirty="0">
                          <a:effectLst/>
                        </a:rPr>
                        <a:t> </a:t>
                      </a:r>
                      <a:r>
                        <a:rPr lang="en-US" sz="900" dirty="0" err="1">
                          <a:effectLst/>
                        </a:rPr>
                        <a:t>مكتب</a:t>
                      </a:r>
                      <a:r>
                        <a:rPr lang="en-US" sz="900" dirty="0">
                          <a:effectLst/>
                        </a:rPr>
                        <a:t> البنية المؤسسية</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2947841759"/>
                  </a:ext>
                </a:extLst>
              </a:tr>
              <a:tr h="171648">
                <a:tc>
                  <a:txBody>
                    <a:bodyPr/>
                    <a:lstStyle/>
                    <a:p>
                      <a:pPr marL="0" marR="0" algn="r" rtl="1">
                        <a:buNone/>
                      </a:pPr>
                      <a:r>
                        <a:rPr lang="en-US" sz="900" dirty="0" err="1">
                          <a:effectLst/>
                        </a:rPr>
                        <a:t>تطوير</a:t>
                      </a:r>
                      <a:r>
                        <a:rPr lang="en-US" sz="900" dirty="0">
                          <a:effectLst/>
                        </a:rPr>
                        <a:t> </a:t>
                      </a:r>
                      <a:r>
                        <a:rPr lang="en-US" sz="900" dirty="0" err="1">
                          <a:effectLst/>
                        </a:rPr>
                        <a:t>وتحديث</a:t>
                      </a:r>
                      <a:r>
                        <a:rPr lang="en-US" sz="900" dirty="0">
                          <a:effectLst/>
                        </a:rPr>
                        <a:t> </a:t>
                      </a:r>
                      <a:r>
                        <a:rPr lang="en-US" sz="900" dirty="0" err="1">
                          <a:effectLst/>
                        </a:rPr>
                        <a:t>خطة</a:t>
                      </a:r>
                      <a:r>
                        <a:rPr lang="en-US" sz="900" dirty="0">
                          <a:effectLst/>
                        </a:rPr>
                        <a:t> </a:t>
                      </a:r>
                      <a:r>
                        <a:rPr lang="en-US" sz="900" dirty="0" err="1">
                          <a:effectLst/>
                        </a:rPr>
                        <a:t>مراجعة</a:t>
                      </a:r>
                      <a:r>
                        <a:rPr lang="en-US" sz="900" dirty="0">
                          <a:effectLst/>
                        </a:rPr>
                        <a:t> </a:t>
                      </a:r>
                      <a:r>
                        <a:rPr lang="en-US" sz="900" dirty="0" err="1">
                          <a:effectLst/>
                        </a:rPr>
                        <a:t>الامتثال</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2386755121"/>
                  </a:ext>
                </a:extLst>
              </a:tr>
              <a:tr h="171648">
                <a:tc>
                  <a:txBody>
                    <a:bodyPr/>
                    <a:lstStyle/>
                    <a:p>
                      <a:pPr marL="0" marR="0" algn="r" rtl="1">
                        <a:buNone/>
                      </a:pPr>
                      <a:r>
                        <a:rPr lang="en-US" sz="900" dirty="0" err="1">
                          <a:effectLst/>
                        </a:rPr>
                        <a:t>مراجعة</a:t>
                      </a:r>
                      <a:r>
                        <a:rPr lang="en-US" sz="900" dirty="0">
                          <a:effectLst/>
                        </a:rPr>
                        <a:t> </a:t>
                      </a:r>
                      <a:r>
                        <a:rPr lang="en-US" sz="900" dirty="0" err="1">
                          <a:effectLst/>
                        </a:rPr>
                        <a:t>الامتثال</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3787660168"/>
                  </a:ext>
                </a:extLst>
              </a:tr>
              <a:tr h="171648">
                <a:tc>
                  <a:txBody>
                    <a:bodyPr/>
                    <a:lstStyle/>
                    <a:p>
                      <a:pPr marL="0" marR="0" algn="r" rtl="1">
                        <a:buNone/>
                      </a:pPr>
                      <a:r>
                        <a:rPr lang="en-US" sz="900" dirty="0" err="1">
                          <a:effectLst/>
                        </a:rPr>
                        <a:t>مراجعة</a:t>
                      </a:r>
                      <a:r>
                        <a:rPr lang="en-US" sz="900" dirty="0">
                          <a:effectLst/>
                        </a:rPr>
                        <a:t> </a:t>
                      </a:r>
                      <a:r>
                        <a:rPr lang="en-US" sz="900" dirty="0" err="1">
                          <a:effectLst/>
                        </a:rPr>
                        <a:t>طلبات</a:t>
                      </a:r>
                      <a:r>
                        <a:rPr lang="en-US" sz="900" dirty="0">
                          <a:effectLst/>
                        </a:rPr>
                        <a:t> </a:t>
                      </a:r>
                      <a:r>
                        <a:rPr lang="en-US" sz="900" dirty="0" err="1">
                          <a:effectLst/>
                        </a:rPr>
                        <a:t>الاعفاء</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182858952"/>
                  </a:ext>
                </a:extLst>
              </a:tr>
              <a:tr h="171648">
                <a:tc>
                  <a:txBody>
                    <a:bodyPr/>
                    <a:lstStyle/>
                    <a:p>
                      <a:pPr marL="0" marR="0" algn="r" rtl="1">
                        <a:buNone/>
                      </a:pPr>
                      <a:r>
                        <a:rPr lang="en-US" sz="900" dirty="0" err="1">
                          <a:effectLst/>
                        </a:rPr>
                        <a:t>متابعة</a:t>
                      </a:r>
                      <a:r>
                        <a:rPr lang="en-US" sz="900" dirty="0">
                          <a:effectLst/>
                        </a:rPr>
                        <a:t> </a:t>
                      </a:r>
                      <a:r>
                        <a:rPr lang="en-US" sz="900" dirty="0" err="1">
                          <a:effectLst/>
                        </a:rPr>
                        <a:t>تنفيذ</a:t>
                      </a:r>
                      <a:r>
                        <a:rPr lang="en-US" sz="900" dirty="0">
                          <a:effectLst/>
                        </a:rPr>
                        <a:t> </a:t>
                      </a:r>
                      <a:r>
                        <a:rPr lang="en-US" sz="900" dirty="0" err="1">
                          <a:effectLst/>
                        </a:rPr>
                        <a:t>خارطة</a:t>
                      </a:r>
                      <a:r>
                        <a:rPr lang="en-US" sz="900" dirty="0">
                          <a:effectLst/>
                        </a:rPr>
                        <a:t> </a:t>
                      </a:r>
                      <a:r>
                        <a:rPr lang="en-US" sz="900" dirty="0" err="1">
                          <a:effectLst/>
                        </a:rPr>
                        <a:t>طريق</a:t>
                      </a:r>
                      <a:r>
                        <a:rPr lang="en-US" sz="900" dirty="0">
                          <a:effectLst/>
                        </a:rPr>
                        <a:t> </a:t>
                      </a:r>
                      <a:r>
                        <a:rPr lang="en-US" sz="900" dirty="0" err="1">
                          <a:effectLst/>
                        </a:rPr>
                        <a:t>التحول</a:t>
                      </a:r>
                      <a:r>
                        <a:rPr lang="en-US" sz="900" dirty="0">
                          <a:effectLst/>
                        </a:rPr>
                        <a:t> </a:t>
                      </a:r>
                      <a:r>
                        <a:rPr lang="en-US" sz="900" dirty="0" err="1">
                          <a:effectLst/>
                        </a:rPr>
                        <a:t>الرقمي</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3999664201"/>
                  </a:ext>
                </a:extLst>
              </a:tr>
              <a:tr h="171648">
                <a:tc>
                  <a:txBody>
                    <a:bodyPr/>
                    <a:lstStyle/>
                    <a:p>
                      <a:pPr marL="0" marR="0" algn="r" rtl="1">
                        <a:buNone/>
                      </a:pPr>
                      <a:r>
                        <a:rPr lang="en-US" sz="900" dirty="0" err="1">
                          <a:effectLst/>
                        </a:rPr>
                        <a:t>تطوير</a:t>
                      </a:r>
                      <a:r>
                        <a:rPr lang="en-US" sz="900" dirty="0">
                          <a:effectLst/>
                        </a:rPr>
                        <a:t> </a:t>
                      </a:r>
                      <a:r>
                        <a:rPr lang="en-US" sz="900" dirty="0" err="1">
                          <a:effectLst/>
                        </a:rPr>
                        <a:t>وتحديث</a:t>
                      </a:r>
                      <a:r>
                        <a:rPr lang="en-US" sz="900" dirty="0">
                          <a:effectLst/>
                        </a:rPr>
                        <a:t> </a:t>
                      </a:r>
                      <a:r>
                        <a:rPr lang="en-US" sz="900" dirty="0" err="1">
                          <a:effectLst/>
                        </a:rPr>
                        <a:t>وتنفيذ</a:t>
                      </a:r>
                      <a:r>
                        <a:rPr lang="en-US" sz="900" dirty="0">
                          <a:effectLst/>
                        </a:rPr>
                        <a:t> </a:t>
                      </a:r>
                      <a:r>
                        <a:rPr lang="en-US" sz="900" dirty="0" err="1">
                          <a:effectLst/>
                        </a:rPr>
                        <a:t>خطة</a:t>
                      </a:r>
                      <a:r>
                        <a:rPr lang="en-US" sz="900" dirty="0">
                          <a:effectLst/>
                        </a:rPr>
                        <a:t> </a:t>
                      </a:r>
                      <a:r>
                        <a:rPr lang="en-US" sz="900" dirty="0" err="1">
                          <a:effectLst/>
                        </a:rPr>
                        <a:t>التوعية</a:t>
                      </a:r>
                      <a:r>
                        <a:rPr lang="en-US" sz="900" dirty="0">
                          <a:effectLst/>
                        </a:rPr>
                        <a:t> </a:t>
                      </a:r>
                      <a:r>
                        <a:rPr lang="en-US" sz="900" dirty="0" err="1">
                          <a:effectLst/>
                        </a:rPr>
                        <a:t>بممارسة</a:t>
                      </a:r>
                      <a:r>
                        <a:rPr lang="en-US" sz="900" dirty="0">
                          <a:effectLst/>
                        </a:rPr>
                        <a:t> البنية المؤسسية</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3867014046"/>
                  </a:ext>
                </a:extLst>
              </a:tr>
              <a:tr h="171648">
                <a:tc>
                  <a:txBody>
                    <a:bodyPr/>
                    <a:lstStyle/>
                    <a:p>
                      <a:pPr marL="0" marR="0" algn="r" rtl="1">
                        <a:buNone/>
                      </a:pPr>
                      <a:r>
                        <a:rPr lang="en-US" sz="900" dirty="0" err="1">
                          <a:effectLst/>
                        </a:rPr>
                        <a:t>تطوير</a:t>
                      </a:r>
                      <a:r>
                        <a:rPr lang="en-US" sz="900" dirty="0">
                          <a:effectLst/>
                        </a:rPr>
                        <a:t> </a:t>
                      </a:r>
                      <a:r>
                        <a:rPr lang="en-US" sz="900" dirty="0" err="1">
                          <a:effectLst/>
                        </a:rPr>
                        <a:t>وتحديث</a:t>
                      </a:r>
                      <a:r>
                        <a:rPr lang="en-US" sz="900" dirty="0">
                          <a:effectLst/>
                        </a:rPr>
                        <a:t> </a:t>
                      </a:r>
                      <a:r>
                        <a:rPr lang="en-US" sz="900" dirty="0" err="1">
                          <a:effectLst/>
                        </a:rPr>
                        <a:t>وتنفيذ</a:t>
                      </a:r>
                      <a:r>
                        <a:rPr lang="en-US" sz="900" dirty="0">
                          <a:effectLst/>
                        </a:rPr>
                        <a:t> </a:t>
                      </a:r>
                      <a:r>
                        <a:rPr lang="en-US" sz="900" dirty="0" err="1">
                          <a:effectLst/>
                        </a:rPr>
                        <a:t>الخطة</a:t>
                      </a:r>
                      <a:r>
                        <a:rPr lang="en-US" sz="900" dirty="0">
                          <a:effectLst/>
                        </a:rPr>
                        <a:t> </a:t>
                      </a:r>
                      <a:r>
                        <a:rPr lang="en-US" sz="900" dirty="0" err="1">
                          <a:effectLst/>
                        </a:rPr>
                        <a:t>التدريبية</a:t>
                      </a:r>
                      <a:r>
                        <a:rPr lang="en-US" sz="900" dirty="0">
                          <a:effectLst/>
                        </a:rPr>
                        <a:t> </a:t>
                      </a:r>
                      <a:r>
                        <a:rPr lang="en-US" sz="900" dirty="0" err="1">
                          <a:effectLst/>
                        </a:rPr>
                        <a:t>لفريق</a:t>
                      </a:r>
                      <a:r>
                        <a:rPr lang="en-US" sz="900" dirty="0">
                          <a:effectLst/>
                        </a:rPr>
                        <a:t> البنية المؤسسية</a:t>
                      </a:r>
                      <a:endParaRPr lang="en-US" sz="10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53640" marR="5364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8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a:effectLst/>
                        </a:rPr>
                        <a:t>−</a:t>
                      </a:r>
                      <a:endParaRPr lang="en-US" sz="7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tc>
                  <a:txBody>
                    <a:bodyPr/>
                    <a:lstStyle/>
                    <a:p>
                      <a:pPr marL="0" marR="0" algn="ctr" rtl="0">
                        <a:buNone/>
                      </a:pPr>
                      <a:r>
                        <a:rPr lang="en-US" sz="600" dirty="0">
                          <a:effectLst/>
                        </a:rPr>
                        <a:t>−</a:t>
                      </a:r>
                      <a:endParaRPr lang="en-US" sz="7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35760" marR="35760" marT="26820" marB="26820" anchor="ctr"/>
                </a:tc>
                <a:extLst>
                  <a:ext uri="{0D108BD9-81ED-4DB2-BD59-A6C34878D82A}">
                    <a16:rowId xmlns:a16="http://schemas.microsoft.com/office/drawing/2014/main" val="3924646616"/>
                  </a:ext>
                </a:extLst>
              </a:tr>
            </a:tbl>
          </a:graphicData>
        </a:graphic>
      </p:graphicFrame>
    </p:spTree>
    <p:extLst>
      <p:ext uri="{BB962C8B-B14F-4D97-AF65-F5344CB8AC3E}">
        <p14:creationId xmlns:p14="http://schemas.microsoft.com/office/powerpoint/2010/main" val="404973361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FCA83-A901-33D7-A649-CB0DF3E006B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6138113-6538-618D-5ED5-193C731575AD}"/>
              </a:ext>
            </a:extLst>
          </p:cNvPr>
          <p:cNvSpPr>
            <a:spLocks noGrp="1"/>
          </p:cNvSpPr>
          <p:nvPr>
            <p:ph type="title"/>
          </p:nvPr>
        </p:nvSpPr>
        <p:spPr>
          <a:xfrm>
            <a:off x="4890977" y="3925452"/>
            <a:ext cx="6653323" cy="641639"/>
          </a:xfrm>
        </p:spPr>
        <p:txBody>
          <a:bodyPr/>
          <a:lstStyle/>
          <a:p>
            <a:r>
              <a:rPr lang="ar-EG" dirty="0"/>
              <a:t> شكراً لكم</a:t>
            </a:r>
            <a:endParaRPr lang="en-US" dirty="0"/>
          </a:p>
        </p:txBody>
      </p:sp>
    </p:spTree>
    <p:extLst>
      <p:ext uri="{BB962C8B-B14F-4D97-AF65-F5344CB8AC3E}">
        <p14:creationId xmlns:p14="http://schemas.microsoft.com/office/powerpoint/2010/main" val="2491754454"/>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هيئة تقويم التعليم والتدريب">
      <a:dk1>
        <a:sysClr val="windowText" lastClr="000000"/>
      </a:dk1>
      <a:lt1>
        <a:sysClr val="window" lastClr="FFFFFF"/>
      </a:lt1>
      <a:dk2>
        <a:srgbClr val="44546A"/>
      </a:dk2>
      <a:lt2>
        <a:srgbClr val="E7E6E6"/>
      </a:lt2>
      <a:accent1>
        <a:srgbClr val="4C3C8D"/>
      </a:accent1>
      <a:accent2>
        <a:srgbClr val="3FA0D9"/>
      </a:accent2>
      <a:accent3>
        <a:srgbClr val="F5A053"/>
      </a:accent3>
      <a:accent4>
        <a:srgbClr val="44AC52"/>
      </a:accent4>
      <a:accent5>
        <a:srgbClr val="5C79B9"/>
      </a:accent5>
      <a:accent6>
        <a:srgbClr val="8C493C"/>
      </a:accent6>
      <a:hlink>
        <a:srgbClr val="0563C1"/>
      </a:hlink>
      <a:folHlink>
        <a:srgbClr val="954F72"/>
      </a:folHlink>
    </a:clrScheme>
    <a:fontScheme name="Custom 2">
      <a:majorFont>
        <a:latin typeface="Sakkal Majalla"/>
        <a:ea typeface=""/>
        <a:cs typeface="Sakkal Majalla"/>
      </a:majorFont>
      <a:minorFont>
        <a:latin typeface="Sakkal Majalla"/>
        <a:ea typeface=""/>
        <a:cs typeface="Sakkal Majall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قالب هيئة تقويم التعليم والتدريب" id="{9A6817DC-B17F-4D1B-B5C7-111B32FC2AAE}" vid="{4B21A0E3-9419-4B4C-8023-7E7AF5CFDC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قالب هيئة تقويم التعليم والتدريب</Template>
  <TotalTime>42284</TotalTime>
  <Words>4595</Words>
  <Application>Microsoft Office PowerPoint</Application>
  <PresentationFormat>Widescreen</PresentationFormat>
  <Paragraphs>903</Paragraphs>
  <Slides>24</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Wingdings</vt:lpstr>
      <vt:lpstr>Sakkal Majalla</vt:lpstr>
      <vt:lpstr>Arial</vt:lpstr>
      <vt:lpstr>Office Theme</vt:lpstr>
      <vt:lpstr> سياسات البنية المؤسسية</vt:lpstr>
      <vt:lpstr>PowerPoint Presentation</vt:lpstr>
      <vt:lpstr>PowerPoint Presentation</vt:lpstr>
      <vt:lpstr>PowerPoint Presentation</vt:lpstr>
      <vt:lpstr>جدول المحتويات</vt:lpstr>
      <vt:lpstr> مقدمة حول سياسات البنية المؤسسية</vt:lpstr>
      <vt:lpstr>PowerPoint Presentation</vt:lpstr>
      <vt:lpstr>PowerPoint Presentation</vt:lpstr>
      <vt:lpstr>بطاقات السياسات</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ربط السياسات بالإجراءات</vt:lpstr>
      <vt:lpstr>PowerPoint Presentation</vt:lpstr>
      <vt:lpstr>مصفوفة ربط السياسات بالإجراءات</vt:lpstr>
      <vt:lpstr> شكراً لكم</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اجتماع إطلاق مشروع</dc:title>
  <dc:creator>ashawky</dc:creator>
  <cp:lastModifiedBy>Hani Adel Ibraheem Rehan</cp:lastModifiedBy>
  <cp:revision>2390</cp:revision>
  <dcterms:created xsi:type="dcterms:W3CDTF">2024-05-29T18:26:52Z</dcterms:created>
  <dcterms:modified xsi:type="dcterms:W3CDTF">2026-04-15T12:02:53Z</dcterms:modified>
</cp:coreProperties>
</file>